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50fdd15f944f30" /><Relationship Type="http://schemas.openxmlformats.org/officeDocument/2006/relationships/extended-properties" Target="/docProps/app.xml" Id="R5d83e198f41f4f2f" /><Relationship Type="http://schemas.openxmlformats.org/officeDocument/2006/relationships/officeDocument" Target="/ppt/presentation.xml" Id="Rde5b22a65a3a4dd0" /></Relationships>
</file>

<file path=ppt/presentation.xml><?xml version="1.0" encoding="utf-8"?>
<p:presentation xmlns:p="http://schemas.openxmlformats.org/presentationml/2006/main">
  <p:sldMasterIdLst>
    <p:sldMasterId xmlns:r="http://schemas.openxmlformats.org/officeDocument/2006/relationships" id="2147483648" r:id="R30dd217a5b2f42ea"/>
  </p:sldMasterIdLst>
  <p:notesMasterIdLst>
    <p:notesMasterId xmlns:r="http://schemas.openxmlformats.org/officeDocument/2006/relationships" r:id="Rbdd2d01fbcca4160"/>
  </p:notesMasterIdLst>
  <p:sldIdLst>
    <p:sldId xmlns:r="http://schemas.openxmlformats.org/officeDocument/2006/relationships" id="256" r:id="R2238283643904b3e"/>
    <p:sldId xmlns:r="http://schemas.openxmlformats.org/officeDocument/2006/relationships" id="257" r:id="Rbc842e10246042ba"/>
    <p:sldId xmlns:r="http://schemas.openxmlformats.org/officeDocument/2006/relationships" id="258" r:id="Raad4f305313e40fe"/>
    <p:sldId xmlns:r="http://schemas.openxmlformats.org/officeDocument/2006/relationships" id="259" r:id="Rc9d7b37a97704502"/>
    <p:sldId xmlns:r="http://schemas.openxmlformats.org/officeDocument/2006/relationships" id="260" r:id="R4923eec7ef804659"/>
    <p:sldId xmlns:r="http://schemas.openxmlformats.org/officeDocument/2006/relationships" id="261" r:id="R3fef3ec7a2594c8a"/>
    <p:sldId xmlns:r="http://schemas.openxmlformats.org/officeDocument/2006/relationships" id="262" r:id="R42eb67f9982b4a2b"/>
    <p:sldId xmlns:r="http://schemas.openxmlformats.org/officeDocument/2006/relationships" id="263" r:id="Rdcba521c9d0841a1"/>
    <p:sldId xmlns:r="http://schemas.openxmlformats.org/officeDocument/2006/relationships" id="264" r:id="R067659a664f44329"/>
    <p:sldId xmlns:r="http://schemas.openxmlformats.org/officeDocument/2006/relationships" id="265" r:id="R743b2669420245e2"/>
    <p:sldId xmlns:r="http://schemas.openxmlformats.org/officeDocument/2006/relationships" id="266" r:id="Ra65705a3c70343af"/>
    <p:sldId xmlns:r="http://schemas.openxmlformats.org/officeDocument/2006/relationships" id="267" r:id="Rc2bea3b320f144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7219a4f2a04b73" /><Relationship Type="http://schemas.openxmlformats.org/officeDocument/2006/relationships/slideMaster" Target="/ppt/slideMasters/slideMaster1.xml" Id="R30dd217a5b2f42ea" /><Relationship Type="http://schemas.openxmlformats.org/officeDocument/2006/relationships/notesMaster" Target="/ppt/notesMasters/notesMaster1.xml" Id="Rbdd2d01fbcca4160" /><Relationship Type="http://schemas.openxmlformats.org/officeDocument/2006/relationships/presProps" Target="/ppt/presProps.xml" Id="R45075a63fef44565" /><Relationship Type="http://schemas.openxmlformats.org/officeDocument/2006/relationships/tableStyles" Target="/ppt/tableStyles.xml" Id="R9a198c4aea574570" /><Relationship Type="http://schemas.openxmlformats.org/officeDocument/2006/relationships/slide" Target="/ppt/slides/slide1.xml" Id="R2238283643904b3e" /><Relationship Type="http://schemas.openxmlformats.org/officeDocument/2006/relationships/slide" Target="/ppt/slides/slide2.xml" Id="Rbc842e10246042ba" /><Relationship Type="http://schemas.openxmlformats.org/officeDocument/2006/relationships/slide" Target="/ppt/slides/slide3.xml" Id="Raad4f305313e40fe" /><Relationship Type="http://schemas.openxmlformats.org/officeDocument/2006/relationships/slide" Target="/ppt/slides/slide4.xml" Id="Rc9d7b37a97704502" /><Relationship Type="http://schemas.openxmlformats.org/officeDocument/2006/relationships/slide" Target="/ppt/slides/slide5.xml" Id="R4923eec7ef804659" /><Relationship Type="http://schemas.openxmlformats.org/officeDocument/2006/relationships/slide" Target="/ppt/slides/slide6.xml" Id="R3fef3ec7a2594c8a" /><Relationship Type="http://schemas.openxmlformats.org/officeDocument/2006/relationships/slide" Target="/ppt/slides/slide7.xml" Id="R42eb67f9982b4a2b" /><Relationship Type="http://schemas.openxmlformats.org/officeDocument/2006/relationships/slide" Target="/ppt/slides/slide8.xml" Id="Rdcba521c9d0841a1" /><Relationship Type="http://schemas.openxmlformats.org/officeDocument/2006/relationships/slide" Target="/ppt/slides/slide9.xml" Id="R067659a664f44329" /><Relationship Type="http://schemas.openxmlformats.org/officeDocument/2006/relationships/slide" Target="/ppt/slides/slide10.xml" Id="R743b2669420245e2" /><Relationship Type="http://schemas.openxmlformats.org/officeDocument/2006/relationships/slide" Target="/ppt/slides/slide11.xml" Id="Ra65705a3c70343af" /><Relationship Type="http://schemas.openxmlformats.org/officeDocument/2006/relationships/slide" Target="/ppt/slides/slide12.xml" Id="Rc2bea3b320f144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140a55c7284d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9328ed94eb4b3b" /><Relationship Type="http://schemas.openxmlformats.org/officeDocument/2006/relationships/notesMaster" Target="/ppt/notesMasters/notesMaster1.xml" Id="R9cf8213537e849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4dba7a926c48ba" /><Relationship Type="http://schemas.openxmlformats.org/officeDocument/2006/relationships/notesMaster" Target="/ppt/notesMasters/notesMaster1.xml" Id="Rb55fde69d3b34e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fa302157944acd" /><Relationship Type="http://schemas.openxmlformats.org/officeDocument/2006/relationships/notesMaster" Target="/ppt/notesMasters/notesMaster1.xml" Id="Rf9cb1f507ed044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69b588f4954597" /><Relationship Type="http://schemas.openxmlformats.org/officeDocument/2006/relationships/notesMaster" Target="/ppt/notesMasters/notesMaster1.xml" Id="Rfcdcc4364fc741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06d7c023a14027" /><Relationship Type="http://schemas.openxmlformats.org/officeDocument/2006/relationships/notesMaster" Target="/ppt/notesMasters/notesMaster1.xml" Id="R361512e92bba4a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720ba8f9a041b5" /><Relationship Type="http://schemas.openxmlformats.org/officeDocument/2006/relationships/notesMaster" Target="/ppt/notesMasters/notesMaster1.xml" Id="R533aad756d594e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2b062c4c94444f" /><Relationship Type="http://schemas.openxmlformats.org/officeDocument/2006/relationships/notesMaster" Target="/ppt/notesMasters/notesMaster1.xml" Id="R1d1d3048cf2f45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6159b548ec4255" /><Relationship Type="http://schemas.openxmlformats.org/officeDocument/2006/relationships/notesMaster" Target="/ppt/notesMasters/notesMaster1.xml" Id="R76b15ded22dc48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5448953c2d4fb6" /><Relationship Type="http://schemas.openxmlformats.org/officeDocument/2006/relationships/notesMaster" Target="/ppt/notesMasters/notesMaster1.xml" Id="R30b92a1263f947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dca75f2ce84fbc" /><Relationship Type="http://schemas.openxmlformats.org/officeDocument/2006/relationships/notesMaster" Target="/ppt/notesMasters/notesMaster1.xml" Id="R67de917e6d7149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be104412ed4603" /><Relationship Type="http://schemas.openxmlformats.org/officeDocument/2006/relationships/notesMaster" Target="/ppt/notesMasters/notesMaster1.xml" Id="Rf4ed18ec97334c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6d903541ae4699" /><Relationship Type="http://schemas.openxmlformats.org/officeDocument/2006/relationships/notesMaster" Target="/ppt/notesMasters/notesMaster1.xml" Id="R71ba1d11040a45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ORQESTRA AI is an academic prototype for durable, workspace-scoped task orchestration. This deck presents implemented behavior and states the remaining acceptance gaps plainly.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focuses on reliable task execution around agents: typed plans, durable state, access control and evidence. It is not a claim that a large autonomous coding product is complete. Source: README.md; docs/agent-contracts.md; docs/scheduler.md.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Caddy is the only public service in the production overlay. The API and separate polling worker share PostgreSQL state. Redis is included in Compose but is not used for task dispatch. Mounted password files feed the database and application configuration. Sources: docs/architecture.md; compose.yaml; compose.production.yaml.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lifecycle rather than claiming exactly-once execution. Tasks are leased and may be repeated after lease expiry. Results only publish while the attempt owns the lease. Pure deterministic tasks are safer to retry; uncertain provider charges are handled conservatively. Source: docs/scheduler.md; docs/benchmarks-recovery.md.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security review maps existing tests to workspace isolation, CSRF/origin enforcement, SSRF controls, sandbox constraints, approval fingerprints and formula-safe exports. Prompt-like fixture text tests deterministic handling; it does not demonstrate resistance of a live LLM. Source: docs/checkpoint15-security-review.md; docs/authentication.md; docs/approvals.md.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78 cases: 71 expected successful cases and 7 expected invalid-input rejections. Each execution defaults to three replicates, yielding 234 case-replicates per routing mode. Single means direct registry dispatch; fixed and adaptive use their policies. Expected outputs are compared recursively with a small numeric tolerance. Source: backend/app/fixtures/benchmark_v2.json; docs/checkpoint15-security-review.md.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verify expected outcomes for all cases across the three modes. That means the deterministic implementation meets its fixtures; it is not evidence that one routing policy is better. Only one built-in registered agent exists per capability. The suite is local, sequential, provider-free, and does not measure speedup or provider cost. Sources: docs/checkpoint15-security-review.md; backend/tests/test_checkpoint_recovery_benchmarks.py.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 and C satisfy the handbook's three core demonstrations as guided scenarios. A and B are fixture-backed and disclose that status; C invokes the real bounded CSV analysis code. Demo D is only a checkpoint-state snapshot; do not describe it as live worker termination. Sources: docs/checkpoint16-operations.md; backend/app/demos.py; backend/tests/test_checkpoint16_demos.py.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overlay routes browser traffic through Caddy, uses the static production frontend, keeps backend service ports private and injects the DB password from a mounted file. Public registration and optional LLM/research/sandbox features are disabled. Bootstrap admin refuses to create an account if any user already exists. Sources: compose.production.yaml; deploy/Caddyfile; docs/checkpoint16-operations.md.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requires GPG and a passphrase file, produces a custom-format PostgreSQL dump, records schema and key row counts, and checksums the dump and manifest. Restore checks archive paths and checksums before creating a new database, applies migrations and compares counts. This code has not run against a live Docker/PostgreSQL host in this workspace. Sources: scripts/backup.sh; scripts/restore.sh; scripts/health_drill.sh.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local run passed 273 tests and skipped two PostgreSQL-only tests. Ruff, formatting, Mypy, and the frontend build pass. No Docker daemon is available here, and no hostname or cloud credentials are configured, so fresh-host TLS deployment and live backup/restore cannot be claimed. Checkpoints 13/14 also retain documented gaps: live PostgreSQL worker kill/restart, browser SSE reconnect and older-workflow search. Sources: README.md; docs/checkpoint16-operations.md; docs/dashboard-observability.md; docs/benchmarks-recovery.md.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prompts to close. First: why at-least-once and stale-result fencing are more accurate than exactly-once. Second: why Redis is present but unused in task dispatch. Third: what additional competing agents, held-out tasks and independent observations would be needed to compare routing policies. Invite questions without implying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9220bdc7d24f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afec31d96b47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c0aaaa67164f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5ef3c0529948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e86de46837e41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1cc33c3e1646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BF0A58-520A-4F99-B553-30462FC1E02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6C860E-7F22-4292-9F42-7A2D4D57F9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AED393-B74A-4437-AFB3-2266A921C35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C36014-51EB-421E-AC85-7170910B36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6BC13C5-9EAB-40F0-89ED-91C50F4F44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DF4C62-DD31-44D5-9676-1791721DE8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69AB9D-E8F6-4529-B176-0A74213E3F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226528-F24C-40BF-AFB3-17427EF387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933228-9407-48C9-A54F-D73345A86B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F6E3D2-8C00-4BF2-AA3E-2E2EB1FF33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84675793394a59" /><Relationship Type="http://schemas.openxmlformats.org/officeDocument/2006/relationships/slideLayout" Target="/ppt/slideLayouts/slideLayout1.xml" Id="Rb456b371dc0e475a" /><Relationship Type="http://schemas.openxmlformats.org/officeDocument/2006/relationships/slideLayout" Target="/ppt/slideLayouts/slideLayout2.xml" Id="Ra0b97a96f8e2406a" /><Relationship Type="http://schemas.openxmlformats.org/officeDocument/2006/relationships/slideLayout" Target="/ppt/slideLayouts/slideLayout3.xml" Id="R47a51bf75efc49ed" /><Relationship Type="http://schemas.openxmlformats.org/officeDocument/2006/relationships/slideLayout" Target="/ppt/slideLayouts/slideLayout4.xml" Id="R53b0702b6778408d" /><Relationship Type="http://schemas.openxmlformats.org/officeDocument/2006/relationships/slideLayout" Target="/ppt/slideLayouts/slideLayout5.xml" Id="Rbf3ef381822a4def" /><Relationship Type="http://schemas.openxmlformats.org/officeDocument/2006/relationships/slideLayout" Target="/ppt/slideLayouts/slideLayout6.xml" Id="R3dbba44fcf9740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56b371dc0e475a"/>
    <p:sldLayoutId xmlns:r="http://schemas.openxmlformats.org/officeDocument/2006/relationships" id="2147483650" r:id="Ra0b97a96f8e2406a"/>
    <p:sldLayoutId xmlns:r="http://schemas.openxmlformats.org/officeDocument/2006/relationships" id="2147483651" r:id="R47a51bf75efc49ed"/>
    <p:sldLayoutId xmlns:r="http://schemas.openxmlformats.org/officeDocument/2006/relationships" id="2147483652" r:id="R53b0702b6778408d"/>
    <p:sldLayoutId xmlns:r="http://schemas.openxmlformats.org/officeDocument/2006/relationships" id="2147483653" r:id="Rbf3ef381822a4def"/>
    <p:sldLayoutId xmlns:r="http://schemas.openxmlformats.org/officeDocument/2006/relationships" id="2147483654" r:id="R3dbba44fcf9740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6630c8e2c34ed2" /><Relationship Type="http://schemas.openxmlformats.org/officeDocument/2006/relationships/notesSlide" Target="/ppt/notesSlides/notesSlide1.xml" Id="Rbc87c76c3a844c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0af06a31cd423c" /><Relationship Type="http://schemas.openxmlformats.org/officeDocument/2006/relationships/notesSlide" Target="/ppt/notesSlides/notesSlide2.xml" Id="R62bcaedf7de44d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17c17f7c124c39" /><Relationship Type="http://schemas.openxmlformats.org/officeDocument/2006/relationships/notesSlide" Target="/ppt/notesSlides/notesSlide3.xml" Id="Rdb48a8bc9a404c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8f511901d94ec8" /><Relationship Type="http://schemas.openxmlformats.org/officeDocument/2006/relationships/notesSlide" Target="/ppt/notesSlides/notesSlide4.xml" Id="R3ef07b7d539245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2ca4d381c824310" /><Relationship Type="http://schemas.openxmlformats.org/officeDocument/2006/relationships/notesSlide" Target="/ppt/notesSlides/notesSlide5.xml" Id="R20f9c621c39948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5cca4c2630e42c6" /><Relationship Type="http://schemas.openxmlformats.org/officeDocument/2006/relationships/notesSlide" Target="/ppt/notesSlides/notesSlide6.xml" Id="Rf432179464cf44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fc65330a2d54b5e" /><Relationship Type="http://schemas.openxmlformats.org/officeDocument/2006/relationships/notesSlide" Target="/ppt/notesSlides/notesSlide7.xml" Id="R3e392b42425d4d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a0e4dd30024277" /><Relationship Type="http://schemas.openxmlformats.org/officeDocument/2006/relationships/notesSlide" Target="/ppt/notesSlides/notesSlide8.xml" Id="Rd5d07fed196d47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2d50c54a9d74ea6" /><Relationship Type="http://schemas.openxmlformats.org/officeDocument/2006/relationships/notesSlide" Target="/ppt/notesSlides/notesSlide9.xml" Id="R8027d77b7bb942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3700ebd07d1400b" /><Relationship Type="http://schemas.openxmlformats.org/officeDocument/2006/relationships/notesSlide" Target="/ppt/notesSlides/notesSlide10.xml" Id="R9c89da3eaca749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1ba71e32beb4678" /><Relationship Type="http://schemas.openxmlformats.org/officeDocument/2006/relationships/notesSlide" Target="/ppt/notesSlides/notesSlide11.xml" Id="R84cacc77577946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c33dc41916f448f" /><Relationship Type="http://schemas.openxmlformats.org/officeDocument/2006/relationships/notesSlide" Target="/ppt/notesSlides/notesSlide12.xml" Id="R7a3c13a1c58a4f12" /></Relationships>
</file>

<file path=ppt/slides/slide1.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6" name="cover-accent">
            <a:extLst xmlns:a="http://schemas.openxmlformats.org/drawingml/2006/main">
              <a:ext uri="{FF2B5EF4-FFF2-40B4-BE49-F238E27FC236}">
                <a16:creationId xmlns:a16="http://schemas.microsoft.com/office/drawing/2014/main" id="{918597B1-7B2B-4016-918F-994DFC46CAE9}"/>
              </a:ext>
            </a:extLst>
          </p:cNvPr>
          <p:cNvSpPr>
            <a:spLocks xmlns:a="http://schemas.openxmlformats.org/drawingml/2006/main" noGrp="1"/>
          </p:cNvSpPr>
          <p:nvPr/>
        </p:nvSpPr>
        <p:spPr>
          <a:xfrm xmlns:a="http://schemas.openxmlformats.org/drawingml/2006/main">
            <a:off x="685800" y="876300"/>
            <a:ext cx="76200" cy="4762500"/>
          </a:xfrm>
          <a:prstGeom xmlns:a="http://schemas.openxmlformats.org/drawingml/2006/main" prst="rect">
            <a:avLst/>
          </a:prstGeom>
          <a:solidFill xmlns:a="http://schemas.openxmlformats.org/drawingml/2006/main">
            <a:srgbClr val="70C9BC"/>
          </a:solidFill>
          <a:ln xmlns:a="http://schemas.openxmlformats.org/drawingml/2006/main" w="0">
            <a:noFill/>
            <a:prstDash val="solid"/>
          </a:ln>
        </p:spPr>
      </p:sp>
      <p:sp>
        <p:nvSpPr>
          <p:cNvPr id="2" name="cover-brand">
            <a:extLst xmlns:a="http://schemas.openxmlformats.org/drawingml/2006/main">
              <a:ext uri="{FF2B5EF4-FFF2-40B4-BE49-F238E27FC236}">
                <a16:creationId xmlns:a16="http://schemas.microsoft.com/office/drawing/2014/main" id="{706D3842-BB31-4B65-8915-83EA8C078EF6}"/>
              </a:ext>
            </a:extLst>
          </p:cNvPr>
          <p:cNvSpPr>
            <a:spLocks xmlns:a="http://schemas.openxmlformats.org/drawingml/2006/main" noGrp="1"/>
          </p:cNvSpPr>
          <p:nvPr/>
        </p:nvSpPr>
        <p:spPr>
          <a:xfrm xmlns:a="http://schemas.openxmlformats.org/drawingml/2006/main">
            <a:off x="1066800" y="1123950"/>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70C9BC"/>
                </a:solidFill>
                <a:latin typeface="Arial"/>
                <a:ea typeface="Arial"/>
                <a:cs typeface="Arial"/>
              </a:defRPr>
            </a:defPPr>
            <a:lvl1pPr algn="l">
              <a:defRPr sz="1500" b="1">
                <a:solidFill>
                  <a:srgbClr val="70C9BC"/>
                </a:solidFill>
                <a:latin typeface="Arial"/>
                <a:ea typeface="Arial"/>
                <a:cs typeface="Arial"/>
              </a:defRPr>
            </a:lvl1pPr>
            <a:lvl2pPr algn="l">
              <a:defRPr sz="1500" b="1">
                <a:solidFill>
                  <a:srgbClr val="70C9BC"/>
                </a:solidFill>
                <a:latin typeface="Arial"/>
                <a:ea typeface="Arial"/>
                <a:cs typeface="Arial"/>
              </a:defRPr>
            </a:lvl2pPr>
            <a:lvl3pPr algn="l">
              <a:defRPr sz="1500" b="1">
                <a:solidFill>
                  <a:srgbClr val="70C9BC"/>
                </a:solidFill>
                <a:latin typeface="Arial"/>
                <a:ea typeface="Arial"/>
                <a:cs typeface="Arial"/>
              </a:defRPr>
            </a:lvl3pPr>
            <a:lvl4pPr algn="l">
              <a:defRPr sz="1500" b="1">
                <a:solidFill>
                  <a:srgbClr val="70C9BC"/>
                </a:solidFill>
                <a:latin typeface="Arial"/>
                <a:ea typeface="Arial"/>
                <a:cs typeface="Arial"/>
              </a:defRPr>
            </a:lvl4pPr>
            <a:lvl5pPr algn="l">
              <a:defRPr sz="1500" b="1">
                <a:solidFill>
                  <a:srgbClr val="70C9BC"/>
                </a:solidFill>
                <a:latin typeface="Arial"/>
                <a:ea typeface="Arial"/>
                <a:cs typeface="Arial"/>
              </a:defRPr>
            </a:lvl5pPr>
            <a:lvl6pPr algn="l">
              <a:defRPr sz="1500" b="1">
                <a:solidFill>
                  <a:srgbClr val="70C9BC"/>
                </a:solidFill>
                <a:latin typeface="Arial"/>
                <a:ea typeface="Arial"/>
                <a:cs typeface="Arial"/>
              </a:defRPr>
            </a:lvl6pPr>
            <a:lvl7pPr algn="l">
              <a:defRPr sz="1500" b="1">
                <a:solidFill>
                  <a:srgbClr val="70C9BC"/>
                </a:solidFill>
                <a:latin typeface="Arial"/>
                <a:ea typeface="Arial"/>
                <a:cs typeface="Arial"/>
              </a:defRPr>
            </a:lvl7pPr>
            <a:lvl8pPr algn="l">
              <a:defRPr sz="1500" b="1">
                <a:solidFill>
                  <a:srgbClr val="70C9BC"/>
                </a:solidFill>
                <a:latin typeface="Arial"/>
                <a:ea typeface="Arial"/>
                <a:cs typeface="Arial"/>
              </a:defRPr>
            </a:lvl8pPr>
            <a:lvl9pPr algn="l">
              <a:defRPr sz="1500" b="1">
                <a:solidFill>
                  <a:srgbClr val="70C9BC"/>
                </a:solidFill>
                <a:latin typeface="Arial"/>
                <a:ea typeface="Arial"/>
                <a:cs typeface="Arial"/>
              </a:defRPr>
            </a:lvl9pPr>
          </a:lstStyle>
          <a:p xmlns:a="http://schemas.openxmlformats.org/drawingml/2006/main">
            <a:pPr algn="l">
              <a:defRPr sz="1500" b="1">
                <a:solidFill>
                  <a:srgbClr val="70C9BC"/>
                </a:solidFill>
                <a:latin typeface="Arial"/>
                <a:ea typeface="Arial"/>
                <a:cs typeface="Arial"/>
              </a:defRPr>
            </a:pPr>
            <a:r>
              <a:rPr sz="1500" b="1">
                <a:solidFill>
                  <a:srgbClr val="70C9BC"/>
                </a:solidFill>
                <a:latin typeface="Arial"/>
                <a:ea typeface="Arial"/>
                <a:cs typeface="Arial"/>
              </a:rPr>
              <a:t>ORQESTRA AI</a:t>
            </a:r>
          </a:p>
        </p:txBody>
      </p:sp>
      <p:sp>
        <p:nvSpPr>
          <p:cNvPr id="3" name="cover-title">
            <a:extLst xmlns:a="http://schemas.openxmlformats.org/drawingml/2006/main">
              <a:ext uri="{FF2B5EF4-FFF2-40B4-BE49-F238E27FC236}">
                <a16:creationId xmlns:a16="http://schemas.microsoft.com/office/drawing/2014/main" id="{DCD82C0E-82E2-4304-B798-BC6C1A1D1A7F}"/>
              </a:ext>
            </a:extLst>
          </p:cNvPr>
          <p:cNvSpPr>
            <a:spLocks xmlns:a="http://schemas.openxmlformats.org/drawingml/2006/main" noGrp="1"/>
          </p:cNvSpPr>
          <p:nvPr/>
        </p:nvSpPr>
        <p:spPr>
          <a:xfrm xmlns:a="http://schemas.openxmlformats.org/drawingml/2006/main">
            <a:off x="1028700" y="1924050"/>
            <a:ext cx="9620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5250" b="1">
                <a:solidFill>
                  <a:srgbClr val="F2F0E8"/>
                </a:solidFill>
                <a:latin typeface="Arial"/>
                <a:ea typeface="Arial"/>
                <a:cs typeface="Arial"/>
              </a:defRPr>
            </a:defPPr>
            <a:lvl1pPr algn="l">
              <a:defRPr sz="5250" b="1">
                <a:solidFill>
                  <a:srgbClr val="F2F0E8"/>
                </a:solidFill>
                <a:latin typeface="Arial"/>
                <a:ea typeface="Arial"/>
                <a:cs typeface="Arial"/>
              </a:defRPr>
            </a:lvl1pPr>
            <a:lvl2pPr algn="l">
              <a:defRPr sz="5250" b="1">
                <a:solidFill>
                  <a:srgbClr val="F2F0E8"/>
                </a:solidFill>
                <a:latin typeface="Arial"/>
                <a:ea typeface="Arial"/>
                <a:cs typeface="Arial"/>
              </a:defRPr>
            </a:lvl2pPr>
            <a:lvl3pPr algn="l">
              <a:defRPr sz="5250" b="1">
                <a:solidFill>
                  <a:srgbClr val="F2F0E8"/>
                </a:solidFill>
                <a:latin typeface="Arial"/>
                <a:ea typeface="Arial"/>
                <a:cs typeface="Arial"/>
              </a:defRPr>
            </a:lvl3pPr>
            <a:lvl4pPr algn="l">
              <a:defRPr sz="5250" b="1">
                <a:solidFill>
                  <a:srgbClr val="F2F0E8"/>
                </a:solidFill>
                <a:latin typeface="Arial"/>
                <a:ea typeface="Arial"/>
                <a:cs typeface="Arial"/>
              </a:defRPr>
            </a:lvl4pPr>
            <a:lvl5pPr algn="l">
              <a:defRPr sz="5250" b="1">
                <a:solidFill>
                  <a:srgbClr val="F2F0E8"/>
                </a:solidFill>
                <a:latin typeface="Arial"/>
                <a:ea typeface="Arial"/>
                <a:cs typeface="Arial"/>
              </a:defRPr>
            </a:lvl5pPr>
            <a:lvl6pPr algn="l">
              <a:defRPr sz="5250" b="1">
                <a:solidFill>
                  <a:srgbClr val="F2F0E8"/>
                </a:solidFill>
                <a:latin typeface="Arial"/>
                <a:ea typeface="Arial"/>
                <a:cs typeface="Arial"/>
              </a:defRPr>
            </a:lvl6pPr>
            <a:lvl7pPr algn="l">
              <a:defRPr sz="5250" b="1">
                <a:solidFill>
                  <a:srgbClr val="F2F0E8"/>
                </a:solidFill>
                <a:latin typeface="Arial"/>
                <a:ea typeface="Arial"/>
                <a:cs typeface="Arial"/>
              </a:defRPr>
            </a:lvl7pPr>
            <a:lvl8pPr algn="l">
              <a:defRPr sz="5250" b="1">
                <a:solidFill>
                  <a:srgbClr val="F2F0E8"/>
                </a:solidFill>
                <a:latin typeface="Arial"/>
                <a:ea typeface="Arial"/>
                <a:cs typeface="Arial"/>
              </a:defRPr>
            </a:lvl8pPr>
            <a:lvl9pPr algn="l">
              <a:defRPr sz="5250" b="1">
                <a:solidFill>
                  <a:srgbClr val="F2F0E8"/>
                </a:solidFill>
                <a:latin typeface="Arial"/>
                <a:ea typeface="Arial"/>
                <a:cs typeface="Arial"/>
              </a:defRPr>
            </a:lvl9pPr>
          </a:lstStyle>
          <a:p xmlns:a="http://schemas.openxmlformats.org/drawingml/2006/main">
            <a:pPr algn="l">
              <a:defRPr sz="5250" b="1">
                <a:solidFill>
                  <a:srgbClr val="F2F0E8"/>
                </a:solidFill>
                <a:latin typeface="Arial"/>
                <a:ea typeface="Arial"/>
                <a:cs typeface="Arial"/>
              </a:defRPr>
            </a:pPr>
            <a:r>
              <a:rPr sz="5250" b="1">
                <a:solidFill>
                  <a:srgbClr val="F2F0E8"/>
                </a:solidFill>
                <a:latin typeface="Arial"/>
                <a:ea typeface="Arial"/>
                <a:cs typeface="Arial"/>
              </a:rPr>
              <a:t>Reliable orchestration</a:t>
            </a:r>
          </a:p>
          <a:p xmlns:a="http://schemas.openxmlformats.org/drawingml/2006/main">
            <a:pPr algn="l">
              <a:defRPr sz="5250" b="1">
                <a:solidFill>
                  <a:srgbClr val="F2F0E8"/>
                </a:solidFill>
                <a:latin typeface="Arial"/>
                <a:ea typeface="Arial"/>
                <a:cs typeface="Arial"/>
              </a:defRPr>
            </a:pPr>
            <a:r>
              <a:rPr sz="5250" b="1">
                <a:solidFill>
                  <a:srgbClr val="F2F0E8"/>
                </a:solidFill>
                <a:latin typeface="Arial"/>
                <a:ea typeface="Arial"/>
                <a:cs typeface="Arial"/>
              </a:rPr>
              <a:t>for agent workflows</a:t>
            </a:r>
          </a:p>
        </p:txBody>
      </p:sp>
      <p:sp>
        <p:nvSpPr>
          <p:cNvPr id="4" name="cover-subtitle">
            <a:extLst xmlns:a="http://schemas.openxmlformats.org/drawingml/2006/main">
              <a:ext uri="{FF2B5EF4-FFF2-40B4-BE49-F238E27FC236}">
                <a16:creationId xmlns:a16="http://schemas.microsoft.com/office/drawing/2014/main" id="{F5BE82D6-3CBF-4B9C-8BDE-1B7F84036022}"/>
              </a:ext>
            </a:extLst>
          </p:cNvPr>
          <p:cNvSpPr>
            <a:spLocks xmlns:a="http://schemas.openxmlformats.org/drawingml/2006/main" noGrp="1"/>
          </p:cNvSpPr>
          <p:nvPr/>
        </p:nvSpPr>
        <p:spPr>
          <a:xfrm xmlns:a="http://schemas.openxmlformats.org/drawingml/2006/main">
            <a:off x="1066800" y="4010025"/>
            <a:ext cx="914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0">
                <a:solidFill>
                  <a:srgbClr val="A8B7BC"/>
                </a:solidFill>
                <a:latin typeface="Arial"/>
                <a:ea typeface="Arial"/>
                <a:cs typeface="Arial"/>
              </a:defRPr>
            </a:defPPr>
            <a:lvl1pPr algn="l">
              <a:defRPr sz="2175" b="0">
                <a:solidFill>
                  <a:srgbClr val="A8B7BC"/>
                </a:solidFill>
                <a:latin typeface="Arial"/>
                <a:ea typeface="Arial"/>
                <a:cs typeface="Arial"/>
              </a:defRPr>
            </a:lvl1pPr>
            <a:lvl2pPr algn="l">
              <a:defRPr sz="2175" b="0">
                <a:solidFill>
                  <a:srgbClr val="A8B7BC"/>
                </a:solidFill>
                <a:latin typeface="Arial"/>
                <a:ea typeface="Arial"/>
                <a:cs typeface="Arial"/>
              </a:defRPr>
            </a:lvl2pPr>
            <a:lvl3pPr algn="l">
              <a:defRPr sz="2175" b="0">
                <a:solidFill>
                  <a:srgbClr val="A8B7BC"/>
                </a:solidFill>
                <a:latin typeface="Arial"/>
                <a:ea typeface="Arial"/>
                <a:cs typeface="Arial"/>
              </a:defRPr>
            </a:lvl3pPr>
            <a:lvl4pPr algn="l">
              <a:defRPr sz="2175" b="0">
                <a:solidFill>
                  <a:srgbClr val="A8B7BC"/>
                </a:solidFill>
                <a:latin typeface="Arial"/>
                <a:ea typeface="Arial"/>
                <a:cs typeface="Arial"/>
              </a:defRPr>
            </a:lvl4pPr>
            <a:lvl5pPr algn="l">
              <a:defRPr sz="2175" b="0">
                <a:solidFill>
                  <a:srgbClr val="A8B7BC"/>
                </a:solidFill>
                <a:latin typeface="Arial"/>
                <a:ea typeface="Arial"/>
                <a:cs typeface="Arial"/>
              </a:defRPr>
            </a:lvl5pPr>
            <a:lvl6pPr algn="l">
              <a:defRPr sz="2175" b="0">
                <a:solidFill>
                  <a:srgbClr val="A8B7BC"/>
                </a:solidFill>
                <a:latin typeface="Arial"/>
                <a:ea typeface="Arial"/>
                <a:cs typeface="Arial"/>
              </a:defRPr>
            </a:lvl6pPr>
            <a:lvl7pPr algn="l">
              <a:defRPr sz="2175" b="0">
                <a:solidFill>
                  <a:srgbClr val="A8B7BC"/>
                </a:solidFill>
                <a:latin typeface="Arial"/>
                <a:ea typeface="Arial"/>
                <a:cs typeface="Arial"/>
              </a:defRPr>
            </a:lvl7pPr>
            <a:lvl8pPr algn="l">
              <a:defRPr sz="2175" b="0">
                <a:solidFill>
                  <a:srgbClr val="A8B7BC"/>
                </a:solidFill>
                <a:latin typeface="Arial"/>
                <a:ea typeface="Arial"/>
                <a:cs typeface="Arial"/>
              </a:defRPr>
            </a:lvl8pPr>
            <a:lvl9pPr algn="l">
              <a:defRPr sz="2175" b="0">
                <a:solidFill>
                  <a:srgbClr val="A8B7BC"/>
                </a:solidFill>
                <a:latin typeface="Arial"/>
                <a:ea typeface="Arial"/>
                <a:cs typeface="Arial"/>
              </a:defRPr>
            </a:lvl9pPr>
          </a:lstStyle>
          <a:p xmlns:a="http://schemas.openxmlformats.org/drawingml/2006/main">
            <a:pPr algn="l">
              <a:defRPr sz="2175" b="0">
                <a:solidFill>
                  <a:srgbClr val="A8B7BC"/>
                </a:solidFill>
                <a:latin typeface="Arial"/>
                <a:ea typeface="Arial"/>
                <a:cs typeface="Arial"/>
              </a:defRPr>
            </a:pPr>
            <a:r>
              <a:rPr sz="2175" b="0">
                <a:solidFill>
                  <a:srgbClr val="A8B7BC"/>
                </a:solidFill>
                <a:latin typeface="Arial"/>
                <a:ea typeface="Arial"/>
                <a:cs typeface="Arial"/>
              </a:rPr>
              <a:t>System design, controls, evaluation and deployment readiness</a:t>
            </a:r>
          </a:p>
        </p:txBody>
      </p:sp>
      <p:sp>
        <p:nvSpPr>
          <p:cNvPr id="5" name="cover-date">
            <a:extLst xmlns:a="http://schemas.openxmlformats.org/drawingml/2006/main">
              <a:ext uri="{FF2B5EF4-FFF2-40B4-BE49-F238E27FC236}">
                <a16:creationId xmlns:a16="http://schemas.microsoft.com/office/drawing/2014/main" id="{01BE744F-7F75-4F0A-9D98-A6DB770DBC00}"/>
              </a:ext>
            </a:extLst>
          </p:cNvPr>
          <p:cNvSpPr>
            <a:spLocks xmlns:a="http://schemas.openxmlformats.org/drawingml/2006/main" noGrp="1"/>
          </p:cNvSpPr>
          <p:nvPr/>
        </p:nvSpPr>
        <p:spPr>
          <a:xfrm xmlns:a="http://schemas.openxmlformats.org/drawingml/2006/main">
            <a:off x="1066800" y="5495925"/>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8B7BC"/>
                </a:solidFill>
                <a:latin typeface="Arial"/>
                <a:ea typeface="Arial"/>
                <a:cs typeface="Arial"/>
              </a:defRPr>
            </a:defPPr>
            <a:lvl1pPr algn="l">
              <a:defRPr sz="1350" b="0">
                <a:solidFill>
                  <a:srgbClr val="A8B7BC"/>
                </a:solidFill>
                <a:latin typeface="Arial"/>
                <a:ea typeface="Arial"/>
                <a:cs typeface="Arial"/>
              </a:defRPr>
            </a:lvl1pPr>
            <a:lvl2pPr algn="l">
              <a:defRPr sz="1350" b="0">
                <a:solidFill>
                  <a:srgbClr val="A8B7BC"/>
                </a:solidFill>
                <a:latin typeface="Arial"/>
                <a:ea typeface="Arial"/>
                <a:cs typeface="Arial"/>
              </a:defRPr>
            </a:lvl2pPr>
            <a:lvl3pPr algn="l">
              <a:defRPr sz="1350" b="0">
                <a:solidFill>
                  <a:srgbClr val="A8B7BC"/>
                </a:solidFill>
                <a:latin typeface="Arial"/>
                <a:ea typeface="Arial"/>
                <a:cs typeface="Arial"/>
              </a:defRPr>
            </a:lvl3pPr>
            <a:lvl4pPr algn="l">
              <a:defRPr sz="1350" b="0">
                <a:solidFill>
                  <a:srgbClr val="A8B7BC"/>
                </a:solidFill>
                <a:latin typeface="Arial"/>
                <a:ea typeface="Arial"/>
                <a:cs typeface="Arial"/>
              </a:defRPr>
            </a:lvl4pPr>
            <a:lvl5pPr algn="l">
              <a:defRPr sz="1350" b="0">
                <a:solidFill>
                  <a:srgbClr val="A8B7BC"/>
                </a:solidFill>
                <a:latin typeface="Arial"/>
                <a:ea typeface="Arial"/>
                <a:cs typeface="Arial"/>
              </a:defRPr>
            </a:lvl5pPr>
            <a:lvl6pPr algn="l">
              <a:defRPr sz="1350" b="0">
                <a:solidFill>
                  <a:srgbClr val="A8B7BC"/>
                </a:solidFill>
                <a:latin typeface="Arial"/>
                <a:ea typeface="Arial"/>
                <a:cs typeface="Arial"/>
              </a:defRPr>
            </a:lvl6pPr>
            <a:lvl7pPr algn="l">
              <a:defRPr sz="1350" b="0">
                <a:solidFill>
                  <a:srgbClr val="A8B7BC"/>
                </a:solidFill>
                <a:latin typeface="Arial"/>
                <a:ea typeface="Arial"/>
                <a:cs typeface="Arial"/>
              </a:defRPr>
            </a:lvl7pPr>
            <a:lvl8pPr algn="l">
              <a:defRPr sz="1350" b="0">
                <a:solidFill>
                  <a:srgbClr val="A8B7BC"/>
                </a:solidFill>
                <a:latin typeface="Arial"/>
                <a:ea typeface="Arial"/>
                <a:cs typeface="Arial"/>
              </a:defRPr>
            </a:lvl8pPr>
            <a:lvl9pPr algn="l">
              <a:defRPr sz="1350" b="0">
                <a:solidFill>
                  <a:srgbClr val="A8B7BC"/>
                </a:solidFill>
                <a:latin typeface="Arial"/>
                <a:ea typeface="Arial"/>
                <a:cs typeface="Arial"/>
              </a:defRPr>
            </a:lvl9pPr>
          </a:lstStyle>
          <a:p xmlns:a="http://schemas.openxmlformats.org/drawingml/2006/main">
            <a:pPr algn="l">
              <a:defRPr sz="1350" b="0">
                <a:solidFill>
                  <a:srgbClr val="A8B7BC"/>
                </a:solidFill>
                <a:latin typeface="Arial"/>
                <a:ea typeface="Arial"/>
                <a:cs typeface="Arial"/>
              </a:defRPr>
            </a:pPr>
            <a:r>
              <a:rPr sz="1350" b="0">
                <a:solidFill>
                  <a:srgbClr val="A8B7BC"/>
                </a:solidFill>
                <a:latin typeface="Arial"/>
                <a:ea typeface="Arial"/>
                <a:cs typeface="Arial"/>
              </a:rPr>
              <a:t>Project viva  |  27 October 2026</a:t>
            </a:r>
          </a:p>
        </p:txBody>
      </p:sp>
    </p:spTree>
    <p:extLst>
      <p:ext uri="{BB962C8B-B14F-4D97-AF65-F5344CB8AC3E}">
        <p14:creationId xmlns:p14="http://schemas.microsoft.com/office/powerpoint/2010/main" val="1949102937"/>
      </p:ext>
    </p:extLst>
  </p:cSld>
</p:sld>
</file>

<file path=ppt/slides/slide2.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16" name="section-2">
            <a:extLst xmlns:a="http://schemas.openxmlformats.org/drawingml/2006/main">
              <a:ext uri="{FF2B5EF4-FFF2-40B4-BE49-F238E27FC236}">
                <a16:creationId xmlns:a16="http://schemas.microsoft.com/office/drawing/2014/main" id="{98456E8F-E291-4775-B4D4-567DCB9FDCF8}"/>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PROBLEM</a:t>
            </a:r>
          </a:p>
        </p:txBody>
      </p:sp>
      <p:sp>
        <p:nvSpPr>
          <p:cNvPr id="2" name="title-2">
            <a:extLst xmlns:a="http://schemas.openxmlformats.org/drawingml/2006/main">
              <a:ext uri="{FF2B5EF4-FFF2-40B4-BE49-F238E27FC236}">
                <a16:creationId xmlns:a16="http://schemas.microsoft.com/office/drawing/2014/main" id="{03D7F4EB-0FC4-4A16-ACD6-54F36839B9F9}"/>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Reliable execution is the core problem</a:t>
            </a:r>
          </a:p>
        </p:txBody>
      </p:sp>
      <p:sp>
        <p:nvSpPr>
          <p:cNvPr id="3" name="title-rule-2">
            <a:extLst xmlns:a="http://schemas.openxmlformats.org/drawingml/2006/main">
              <a:ext uri="{FF2B5EF4-FFF2-40B4-BE49-F238E27FC236}">
                <a16:creationId xmlns:a16="http://schemas.microsoft.com/office/drawing/2014/main" id="{3014F0E4-CBB8-4D23-9464-27691D653C68}"/>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2">
            <a:extLst xmlns:a="http://schemas.openxmlformats.org/drawingml/2006/main">
              <a:ext uri="{FF2B5EF4-FFF2-40B4-BE49-F238E27FC236}">
                <a16:creationId xmlns:a16="http://schemas.microsoft.com/office/drawing/2014/main" id="{8042C4EA-BF23-4DAA-9954-339152DC3524}"/>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2">
            <a:extLst xmlns:a="http://schemas.openxmlformats.org/drawingml/2006/main">
              <a:ext uri="{FF2B5EF4-FFF2-40B4-BE49-F238E27FC236}">
                <a16:creationId xmlns:a16="http://schemas.microsoft.com/office/drawing/2014/main" id="{30BB7453-AB17-496A-9111-085FFB65EF76}"/>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2">
            <a:extLst xmlns:a="http://schemas.openxmlformats.org/drawingml/2006/main">
              <a:ext uri="{FF2B5EF4-FFF2-40B4-BE49-F238E27FC236}">
                <a16:creationId xmlns:a16="http://schemas.microsoft.com/office/drawing/2014/main" id="{4701CE09-73D0-4340-BBFE-8CC354206A2C}"/>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02</a:t>
            </a:r>
          </a:p>
        </p:txBody>
      </p:sp>
      <p:sp>
        <p:nvSpPr>
          <p:cNvPr id="7" name="problem-a-marker">
            <a:extLst xmlns:a="http://schemas.openxmlformats.org/drawingml/2006/main">
              <a:ext uri="{FF2B5EF4-FFF2-40B4-BE49-F238E27FC236}">
                <a16:creationId xmlns:a16="http://schemas.microsoft.com/office/drawing/2014/main" id="{71C7676A-FFC8-46BD-BAB9-B91A7C2E5E3E}"/>
              </a:ext>
            </a:extLst>
          </p:cNvPr>
          <p:cNvSpPr>
            <a:spLocks xmlns:a="http://schemas.openxmlformats.org/drawingml/2006/main" noGrp="1"/>
          </p:cNvSpPr>
          <p:nvPr/>
        </p:nvSpPr>
        <p:spPr>
          <a:xfrm xmlns:a="http://schemas.openxmlformats.org/drawingml/2006/main">
            <a:off x="685800" y="1847850"/>
            <a:ext cx="47625" cy="228600"/>
          </a:xfrm>
          <a:prstGeom xmlns:a="http://schemas.openxmlformats.org/drawingml/2006/main" prst="rect">
            <a:avLst/>
          </a:prstGeom>
          <a:solidFill xmlns:a="http://schemas.openxmlformats.org/drawingml/2006/main">
            <a:srgbClr val="70C9BC"/>
          </a:solidFill>
          <a:ln xmlns:a="http://schemas.openxmlformats.org/drawingml/2006/main" w="0">
            <a:noFill/>
            <a:prstDash val="solid"/>
          </a:ln>
        </p:spPr>
      </p:sp>
      <p:sp>
        <p:nvSpPr>
          <p:cNvPr id="8" name="problem-a-heading">
            <a:extLst xmlns:a="http://schemas.openxmlformats.org/drawingml/2006/main">
              <a:ext uri="{FF2B5EF4-FFF2-40B4-BE49-F238E27FC236}">
                <a16:creationId xmlns:a16="http://schemas.microsoft.com/office/drawing/2014/main" id="{8DEC2C09-C1B6-4FFF-9C2D-04AF5091FE84}"/>
              </a:ext>
            </a:extLst>
          </p:cNvPr>
          <p:cNvSpPr>
            <a:spLocks xmlns:a="http://schemas.openxmlformats.org/drawingml/2006/main" noGrp="1"/>
          </p:cNvSpPr>
          <p:nvPr/>
        </p:nvSpPr>
        <p:spPr>
          <a:xfrm xmlns:a="http://schemas.openxmlformats.org/drawingml/2006/main">
            <a:off x="914400" y="17907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0E8"/>
                </a:solidFill>
                <a:latin typeface="Arial"/>
                <a:ea typeface="Arial"/>
                <a:cs typeface="Arial"/>
              </a:defRPr>
            </a:defPPr>
            <a:lvl1pPr algn="l">
              <a:defRPr sz="1875" b="1">
                <a:solidFill>
                  <a:srgbClr val="F2F0E8"/>
                </a:solidFill>
                <a:latin typeface="Arial"/>
                <a:ea typeface="Arial"/>
                <a:cs typeface="Arial"/>
              </a:defRPr>
            </a:lvl1pPr>
            <a:lvl2pPr algn="l">
              <a:defRPr sz="1875" b="1">
                <a:solidFill>
                  <a:srgbClr val="F2F0E8"/>
                </a:solidFill>
                <a:latin typeface="Arial"/>
                <a:ea typeface="Arial"/>
                <a:cs typeface="Arial"/>
              </a:defRPr>
            </a:lvl2pPr>
            <a:lvl3pPr algn="l">
              <a:defRPr sz="1875" b="1">
                <a:solidFill>
                  <a:srgbClr val="F2F0E8"/>
                </a:solidFill>
                <a:latin typeface="Arial"/>
                <a:ea typeface="Arial"/>
                <a:cs typeface="Arial"/>
              </a:defRPr>
            </a:lvl3pPr>
            <a:lvl4pPr algn="l">
              <a:defRPr sz="1875" b="1">
                <a:solidFill>
                  <a:srgbClr val="F2F0E8"/>
                </a:solidFill>
                <a:latin typeface="Arial"/>
                <a:ea typeface="Arial"/>
                <a:cs typeface="Arial"/>
              </a:defRPr>
            </a:lvl4pPr>
            <a:lvl5pPr algn="l">
              <a:defRPr sz="1875" b="1">
                <a:solidFill>
                  <a:srgbClr val="F2F0E8"/>
                </a:solidFill>
                <a:latin typeface="Arial"/>
                <a:ea typeface="Arial"/>
                <a:cs typeface="Arial"/>
              </a:defRPr>
            </a:lvl5pPr>
            <a:lvl6pPr algn="l">
              <a:defRPr sz="1875" b="1">
                <a:solidFill>
                  <a:srgbClr val="F2F0E8"/>
                </a:solidFill>
                <a:latin typeface="Arial"/>
                <a:ea typeface="Arial"/>
                <a:cs typeface="Arial"/>
              </a:defRPr>
            </a:lvl6pPr>
            <a:lvl7pPr algn="l">
              <a:defRPr sz="1875" b="1">
                <a:solidFill>
                  <a:srgbClr val="F2F0E8"/>
                </a:solidFill>
                <a:latin typeface="Arial"/>
                <a:ea typeface="Arial"/>
                <a:cs typeface="Arial"/>
              </a:defRPr>
            </a:lvl7pPr>
            <a:lvl8pPr algn="l">
              <a:defRPr sz="1875" b="1">
                <a:solidFill>
                  <a:srgbClr val="F2F0E8"/>
                </a:solidFill>
                <a:latin typeface="Arial"/>
                <a:ea typeface="Arial"/>
                <a:cs typeface="Arial"/>
              </a:defRPr>
            </a:lvl8pPr>
            <a:lvl9pPr algn="l">
              <a:defRPr sz="1875" b="1">
                <a:solidFill>
                  <a:srgbClr val="F2F0E8"/>
                </a:solidFill>
                <a:latin typeface="Arial"/>
                <a:ea typeface="Arial"/>
                <a:cs typeface="Arial"/>
              </a:defRPr>
            </a:lvl9pPr>
          </a:lstStyle>
          <a:p xmlns:a="http://schemas.openxmlformats.org/drawingml/2006/main">
            <a:pPr algn="l">
              <a:defRPr sz="1875" b="1">
                <a:solidFill>
                  <a:srgbClr val="F2F0E8"/>
                </a:solidFill>
                <a:latin typeface="Arial"/>
                <a:ea typeface="Arial"/>
                <a:cs typeface="Arial"/>
              </a:defRPr>
            </a:pPr>
            <a:r>
              <a:rPr sz="1875" b="1">
                <a:solidFill>
                  <a:srgbClr val="F2F0E8"/>
                </a:solidFill>
                <a:latin typeface="Arial"/>
                <a:ea typeface="Arial"/>
                <a:cs typeface="Arial"/>
              </a:rPr>
              <a:t>Plans must be executable</a:t>
            </a:r>
          </a:p>
        </p:txBody>
      </p:sp>
      <p:sp>
        <p:nvSpPr>
          <p:cNvPr id="9" name="problem-a-body">
            <a:extLst xmlns:a="http://schemas.openxmlformats.org/drawingml/2006/main">
              <a:ext uri="{FF2B5EF4-FFF2-40B4-BE49-F238E27FC236}">
                <a16:creationId xmlns:a16="http://schemas.microsoft.com/office/drawing/2014/main" id="{90F44302-8527-421F-B996-2AB3D2CF6296}"/>
              </a:ext>
            </a:extLst>
          </p:cNvPr>
          <p:cNvSpPr>
            <a:spLocks xmlns:a="http://schemas.openxmlformats.org/drawingml/2006/main" noGrp="1"/>
          </p:cNvSpPr>
          <p:nvPr/>
        </p:nvSpPr>
        <p:spPr>
          <a:xfrm xmlns:a="http://schemas.openxmlformats.org/drawingml/2006/main">
            <a:off x="914400" y="21717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Reject malformed graphs, incompatible task contracts and missing dependencies before work begins.</a:t>
            </a:r>
          </a:p>
        </p:txBody>
      </p:sp>
      <p:sp>
        <p:nvSpPr>
          <p:cNvPr id="10" name="problem-b-marker">
            <a:extLst xmlns:a="http://schemas.openxmlformats.org/drawingml/2006/main">
              <a:ext uri="{FF2B5EF4-FFF2-40B4-BE49-F238E27FC236}">
                <a16:creationId xmlns:a16="http://schemas.microsoft.com/office/drawing/2014/main" id="{1CCDE83E-02D1-4BBA-8C47-BB917D388517}"/>
              </a:ext>
            </a:extLst>
          </p:cNvPr>
          <p:cNvSpPr>
            <a:spLocks xmlns:a="http://schemas.openxmlformats.org/drawingml/2006/main" noGrp="1"/>
          </p:cNvSpPr>
          <p:nvPr/>
        </p:nvSpPr>
        <p:spPr>
          <a:xfrm xmlns:a="http://schemas.openxmlformats.org/drawingml/2006/main">
            <a:off x="685800" y="3124200"/>
            <a:ext cx="47625" cy="228600"/>
          </a:xfrm>
          <a:prstGeom xmlns:a="http://schemas.openxmlformats.org/drawingml/2006/main" prst="rect">
            <a:avLst/>
          </a:prstGeom>
          <a:solidFill xmlns:a="http://schemas.openxmlformats.org/drawingml/2006/main">
            <a:srgbClr val="F0BD76"/>
          </a:solidFill>
          <a:ln xmlns:a="http://schemas.openxmlformats.org/drawingml/2006/main" w="0">
            <a:noFill/>
            <a:prstDash val="solid"/>
          </a:ln>
        </p:spPr>
      </p:sp>
      <p:sp>
        <p:nvSpPr>
          <p:cNvPr id="11" name="problem-b-heading">
            <a:extLst xmlns:a="http://schemas.openxmlformats.org/drawingml/2006/main">
              <a:ext uri="{FF2B5EF4-FFF2-40B4-BE49-F238E27FC236}">
                <a16:creationId xmlns:a16="http://schemas.microsoft.com/office/drawing/2014/main" id="{B70AB842-C2D4-4AD9-B89B-85CAFE2ABC1A}"/>
              </a:ext>
            </a:extLst>
          </p:cNvPr>
          <p:cNvSpPr>
            <a:spLocks xmlns:a="http://schemas.openxmlformats.org/drawingml/2006/main" noGrp="1"/>
          </p:cNvSpPr>
          <p:nvPr/>
        </p:nvSpPr>
        <p:spPr>
          <a:xfrm xmlns:a="http://schemas.openxmlformats.org/drawingml/2006/main">
            <a:off x="914400" y="30670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0E8"/>
                </a:solidFill>
                <a:latin typeface="Arial"/>
                <a:ea typeface="Arial"/>
                <a:cs typeface="Arial"/>
              </a:defRPr>
            </a:defPPr>
            <a:lvl1pPr algn="l">
              <a:defRPr sz="1875" b="1">
                <a:solidFill>
                  <a:srgbClr val="F2F0E8"/>
                </a:solidFill>
                <a:latin typeface="Arial"/>
                <a:ea typeface="Arial"/>
                <a:cs typeface="Arial"/>
              </a:defRPr>
            </a:lvl1pPr>
            <a:lvl2pPr algn="l">
              <a:defRPr sz="1875" b="1">
                <a:solidFill>
                  <a:srgbClr val="F2F0E8"/>
                </a:solidFill>
                <a:latin typeface="Arial"/>
                <a:ea typeface="Arial"/>
                <a:cs typeface="Arial"/>
              </a:defRPr>
            </a:lvl2pPr>
            <a:lvl3pPr algn="l">
              <a:defRPr sz="1875" b="1">
                <a:solidFill>
                  <a:srgbClr val="F2F0E8"/>
                </a:solidFill>
                <a:latin typeface="Arial"/>
                <a:ea typeface="Arial"/>
                <a:cs typeface="Arial"/>
              </a:defRPr>
            </a:lvl3pPr>
            <a:lvl4pPr algn="l">
              <a:defRPr sz="1875" b="1">
                <a:solidFill>
                  <a:srgbClr val="F2F0E8"/>
                </a:solidFill>
                <a:latin typeface="Arial"/>
                <a:ea typeface="Arial"/>
                <a:cs typeface="Arial"/>
              </a:defRPr>
            </a:lvl4pPr>
            <a:lvl5pPr algn="l">
              <a:defRPr sz="1875" b="1">
                <a:solidFill>
                  <a:srgbClr val="F2F0E8"/>
                </a:solidFill>
                <a:latin typeface="Arial"/>
                <a:ea typeface="Arial"/>
                <a:cs typeface="Arial"/>
              </a:defRPr>
            </a:lvl5pPr>
            <a:lvl6pPr algn="l">
              <a:defRPr sz="1875" b="1">
                <a:solidFill>
                  <a:srgbClr val="F2F0E8"/>
                </a:solidFill>
                <a:latin typeface="Arial"/>
                <a:ea typeface="Arial"/>
                <a:cs typeface="Arial"/>
              </a:defRPr>
            </a:lvl6pPr>
            <a:lvl7pPr algn="l">
              <a:defRPr sz="1875" b="1">
                <a:solidFill>
                  <a:srgbClr val="F2F0E8"/>
                </a:solidFill>
                <a:latin typeface="Arial"/>
                <a:ea typeface="Arial"/>
                <a:cs typeface="Arial"/>
              </a:defRPr>
            </a:lvl7pPr>
            <a:lvl8pPr algn="l">
              <a:defRPr sz="1875" b="1">
                <a:solidFill>
                  <a:srgbClr val="F2F0E8"/>
                </a:solidFill>
                <a:latin typeface="Arial"/>
                <a:ea typeface="Arial"/>
                <a:cs typeface="Arial"/>
              </a:defRPr>
            </a:lvl8pPr>
            <a:lvl9pPr algn="l">
              <a:defRPr sz="1875" b="1">
                <a:solidFill>
                  <a:srgbClr val="F2F0E8"/>
                </a:solidFill>
                <a:latin typeface="Arial"/>
                <a:ea typeface="Arial"/>
                <a:cs typeface="Arial"/>
              </a:defRPr>
            </a:lvl9pPr>
          </a:lstStyle>
          <a:p xmlns:a="http://schemas.openxmlformats.org/drawingml/2006/main">
            <a:pPr algn="l">
              <a:defRPr sz="1875" b="1">
                <a:solidFill>
                  <a:srgbClr val="F2F0E8"/>
                </a:solidFill>
                <a:latin typeface="Arial"/>
                <a:ea typeface="Arial"/>
                <a:cs typeface="Arial"/>
              </a:defRPr>
            </a:pPr>
            <a:r>
              <a:rPr sz="1875" b="1">
                <a:solidFill>
                  <a:srgbClr val="F2F0E8"/>
                </a:solidFill>
                <a:latin typeface="Arial"/>
                <a:ea typeface="Arial"/>
                <a:cs typeface="Arial"/>
              </a:rPr>
              <a:t>Progress must survive failure</a:t>
            </a:r>
          </a:p>
        </p:txBody>
      </p:sp>
      <p:sp>
        <p:nvSpPr>
          <p:cNvPr id="12" name="problem-b-body">
            <a:extLst xmlns:a="http://schemas.openxmlformats.org/drawingml/2006/main">
              <a:ext uri="{FF2B5EF4-FFF2-40B4-BE49-F238E27FC236}">
                <a16:creationId xmlns:a16="http://schemas.microsoft.com/office/drawing/2014/main" id="{0CF8C9A0-3065-48FD-9E7C-89E9966EB8C1}"/>
              </a:ext>
            </a:extLst>
          </p:cNvPr>
          <p:cNvSpPr>
            <a:spLocks xmlns:a="http://schemas.openxmlformats.org/drawingml/2006/main" noGrp="1"/>
          </p:cNvSpPr>
          <p:nvPr/>
        </p:nvSpPr>
        <p:spPr>
          <a:xfrm xmlns:a="http://schemas.openxmlformats.org/drawingml/2006/main">
            <a:off x="914400" y="344805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Persist tasks and attempts; use leases and checkpoint boundaries so workers can resume safely.</a:t>
            </a:r>
          </a:p>
        </p:txBody>
      </p:sp>
      <p:sp>
        <p:nvSpPr>
          <p:cNvPr id="13" name="problem-c-marker">
            <a:extLst xmlns:a="http://schemas.openxmlformats.org/drawingml/2006/main">
              <a:ext uri="{FF2B5EF4-FFF2-40B4-BE49-F238E27FC236}">
                <a16:creationId xmlns:a16="http://schemas.microsoft.com/office/drawing/2014/main" id="{9AF181A1-EC3F-456A-8626-1EF78C2C371D}"/>
              </a:ext>
            </a:extLst>
          </p:cNvPr>
          <p:cNvSpPr>
            <a:spLocks xmlns:a="http://schemas.openxmlformats.org/drawingml/2006/main" noGrp="1"/>
          </p:cNvSpPr>
          <p:nvPr/>
        </p:nvSpPr>
        <p:spPr>
          <a:xfrm xmlns:a="http://schemas.openxmlformats.org/drawingml/2006/main">
            <a:off x="685800" y="4400550"/>
            <a:ext cx="47625" cy="228600"/>
          </a:xfrm>
          <a:prstGeom xmlns:a="http://schemas.openxmlformats.org/drawingml/2006/main" prst="rect">
            <a:avLst/>
          </a:prstGeom>
          <a:solidFill xmlns:a="http://schemas.openxmlformats.org/drawingml/2006/main">
            <a:srgbClr val="E58A72"/>
          </a:solidFill>
          <a:ln xmlns:a="http://schemas.openxmlformats.org/drawingml/2006/main" w="0">
            <a:noFill/>
            <a:prstDash val="solid"/>
          </a:ln>
        </p:spPr>
      </p:sp>
      <p:sp>
        <p:nvSpPr>
          <p:cNvPr id="14" name="problem-c-heading">
            <a:extLst xmlns:a="http://schemas.openxmlformats.org/drawingml/2006/main">
              <a:ext uri="{FF2B5EF4-FFF2-40B4-BE49-F238E27FC236}">
                <a16:creationId xmlns:a16="http://schemas.microsoft.com/office/drawing/2014/main" id="{F579558E-5B72-4AA9-8D74-0032A43F7401}"/>
              </a:ext>
            </a:extLst>
          </p:cNvPr>
          <p:cNvSpPr>
            <a:spLocks xmlns:a="http://schemas.openxmlformats.org/drawingml/2006/main" noGrp="1"/>
          </p:cNvSpPr>
          <p:nvPr/>
        </p:nvSpPr>
        <p:spPr>
          <a:xfrm xmlns:a="http://schemas.openxmlformats.org/drawingml/2006/main">
            <a:off x="914400" y="43434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0E8"/>
                </a:solidFill>
                <a:latin typeface="Arial"/>
                <a:ea typeface="Arial"/>
                <a:cs typeface="Arial"/>
              </a:defRPr>
            </a:defPPr>
            <a:lvl1pPr algn="l">
              <a:defRPr sz="1875" b="1">
                <a:solidFill>
                  <a:srgbClr val="F2F0E8"/>
                </a:solidFill>
                <a:latin typeface="Arial"/>
                <a:ea typeface="Arial"/>
                <a:cs typeface="Arial"/>
              </a:defRPr>
            </a:lvl1pPr>
            <a:lvl2pPr algn="l">
              <a:defRPr sz="1875" b="1">
                <a:solidFill>
                  <a:srgbClr val="F2F0E8"/>
                </a:solidFill>
                <a:latin typeface="Arial"/>
                <a:ea typeface="Arial"/>
                <a:cs typeface="Arial"/>
              </a:defRPr>
            </a:lvl2pPr>
            <a:lvl3pPr algn="l">
              <a:defRPr sz="1875" b="1">
                <a:solidFill>
                  <a:srgbClr val="F2F0E8"/>
                </a:solidFill>
                <a:latin typeface="Arial"/>
                <a:ea typeface="Arial"/>
                <a:cs typeface="Arial"/>
              </a:defRPr>
            </a:lvl3pPr>
            <a:lvl4pPr algn="l">
              <a:defRPr sz="1875" b="1">
                <a:solidFill>
                  <a:srgbClr val="F2F0E8"/>
                </a:solidFill>
                <a:latin typeface="Arial"/>
                <a:ea typeface="Arial"/>
                <a:cs typeface="Arial"/>
              </a:defRPr>
            </a:lvl4pPr>
            <a:lvl5pPr algn="l">
              <a:defRPr sz="1875" b="1">
                <a:solidFill>
                  <a:srgbClr val="F2F0E8"/>
                </a:solidFill>
                <a:latin typeface="Arial"/>
                <a:ea typeface="Arial"/>
                <a:cs typeface="Arial"/>
              </a:defRPr>
            </a:lvl5pPr>
            <a:lvl6pPr algn="l">
              <a:defRPr sz="1875" b="1">
                <a:solidFill>
                  <a:srgbClr val="F2F0E8"/>
                </a:solidFill>
                <a:latin typeface="Arial"/>
                <a:ea typeface="Arial"/>
                <a:cs typeface="Arial"/>
              </a:defRPr>
            </a:lvl6pPr>
            <a:lvl7pPr algn="l">
              <a:defRPr sz="1875" b="1">
                <a:solidFill>
                  <a:srgbClr val="F2F0E8"/>
                </a:solidFill>
                <a:latin typeface="Arial"/>
                <a:ea typeface="Arial"/>
                <a:cs typeface="Arial"/>
              </a:defRPr>
            </a:lvl7pPr>
            <a:lvl8pPr algn="l">
              <a:defRPr sz="1875" b="1">
                <a:solidFill>
                  <a:srgbClr val="F2F0E8"/>
                </a:solidFill>
                <a:latin typeface="Arial"/>
                <a:ea typeface="Arial"/>
                <a:cs typeface="Arial"/>
              </a:defRPr>
            </a:lvl8pPr>
            <a:lvl9pPr algn="l">
              <a:defRPr sz="1875" b="1">
                <a:solidFill>
                  <a:srgbClr val="F2F0E8"/>
                </a:solidFill>
                <a:latin typeface="Arial"/>
                <a:ea typeface="Arial"/>
                <a:cs typeface="Arial"/>
              </a:defRPr>
            </a:lvl9pPr>
          </a:lstStyle>
          <a:p xmlns:a="http://schemas.openxmlformats.org/drawingml/2006/main">
            <a:pPr algn="l">
              <a:defRPr sz="1875" b="1">
                <a:solidFill>
                  <a:srgbClr val="F2F0E8"/>
                </a:solidFill>
                <a:latin typeface="Arial"/>
                <a:ea typeface="Arial"/>
                <a:cs typeface="Arial"/>
              </a:defRPr>
            </a:pPr>
            <a:r>
              <a:rPr sz="1875" b="1">
                <a:solidFill>
                  <a:srgbClr val="F2F0E8"/>
                </a:solidFill>
                <a:latin typeface="Arial"/>
                <a:ea typeface="Arial"/>
                <a:cs typeface="Arial"/>
              </a:rPr>
              <a:t>Results must be reviewable</a:t>
            </a:r>
          </a:p>
        </p:txBody>
      </p:sp>
      <p:sp>
        <p:nvSpPr>
          <p:cNvPr id="15" name="problem-c-body">
            <a:extLst xmlns:a="http://schemas.openxmlformats.org/drawingml/2006/main">
              <a:ext uri="{FF2B5EF4-FFF2-40B4-BE49-F238E27FC236}">
                <a16:creationId xmlns:a16="http://schemas.microsoft.com/office/drawing/2014/main" id="{F9DAEFCB-5DD2-4B17-8C65-DA4CC9077FAD}"/>
              </a:ext>
            </a:extLst>
          </p:cNvPr>
          <p:cNvSpPr>
            <a:spLocks xmlns:a="http://schemas.openxmlformats.org/drawingml/2006/main" noGrp="1"/>
          </p:cNvSpPr>
          <p:nvPr/>
        </p:nvSpPr>
        <p:spPr>
          <a:xfrm xmlns:a="http://schemas.openxmlformats.org/drawingml/2006/main">
            <a:off x="914400" y="47244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Scope data by workspace, gate sensitive writes and keep verification limits visible.</a:t>
            </a:r>
          </a:p>
        </p:txBody>
      </p:sp>
    </p:spTree>
    <p:extLst>
      <p:ext uri="{BB962C8B-B14F-4D97-AF65-F5344CB8AC3E}">
        <p14:creationId xmlns:p14="http://schemas.microsoft.com/office/powerpoint/2010/main" val="1351819908"/>
      </p:ext>
    </p:extLst>
  </p:cSld>
</p:sld>
</file>

<file path=ppt/slides/slide3.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FD84307B-B2BD-4642-AE9E-474B354BCDB1}"/>
              </a:ext>
            </a:extLst>
          </p:cNvPr>
          <p:cNvCxnSpPr>
            <a:stCxn xmlns:a="http://schemas.openxmlformats.org/drawingml/2006/main" id="17" idx="1"/>
            <a:endCxn xmlns:a="http://schemas.openxmlformats.org/drawingml/2006/main" id="15" idx="3"/>
          </p:cNvCxnSpPr>
          <p:nvPr/>
        </p:nvCxnSpPr>
        <p:spPr>
          <a:xfrm xmlns:a="http://schemas.openxmlformats.org/drawingml/2006/main" flipV="1">
            <a:off x="8839200" y="2371725"/>
            <a:ext cx="2238375" cy="1323975"/>
          </a:xfrm>
          <a:prstGeom xmlns:a="http://schemas.openxmlformats.org/drawingml/2006/main" prst="straightConnector1">
            <a:avLst/>
          </a:prstGeom>
          <a:ln xmlns:a="http://schemas.openxmlformats.org/drawingml/2006/main" w="19050">
            <a:solidFill>
              <a:srgbClr val="F0BD76"/>
            </a:solidFill>
            <a:prstDash val="solid"/>
          </a:ln>
        </p:spPr>
      </p:cxnSp>
      <p:cxnSp>
        <p:nvCxnSpPr>
          <p:cNvPr id="22" name="">
            <a:extLst xmlns:a="http://schemas.openxmlformats.org/drawingml/2006/main">
              <a:ext uri="{FF2B5EF4-FFF2-40B4-BE49-F238E27FC236}">
                <a16:creationId xmlns:a16="http://schemas.microsoft.com/office/drawing/2014/main" id="{E720104F-C7F6-42F0-9564-4540718EB839}"/>
              </a:ext>
            </a:extLst>
          </p:cNvPr>
          <p:cNvCxnSpPr>
            <a:stCxn xmlns:a="http://schemas.openxmlformats.org/drawingml/2006/main" id="13" idx="3"/>
            <a:endCxn xmlns:a="http://schemas.openxmlformats.org/drawingml/2006/main" id="15" idx="1"/>
          </p:cNvCxnSpPr>
          <p:nvPr/>
        </p:nvCxnSpPr>
        <p:spPr>
          <a:xfrm xmlns:a="http://schemas.openxmlformats.org/drawingml/2006/main" flipV="1">
            <a:off x="7829550" y="2371725"/>
            <a:ext cx="1009650" cy="1162050"/>
          </a:xfrm>
          <a:prstGeom xmlns:a="http://schemas.openxmlformats.org/drawingml/2006/main" prst="bentConnector3">
            <a:avLst>
              <a:gd name="adj1" fmla="val 50000"/>
            </a:avLst>
          </a:prstGeom>
          <a:ln xmlns:a="http://schemas.openxmlformats.org/drawingml/2006/main" w="19050">
            <a:solidFill>
              <a:srgbClr val="70C9BC"/>
            </a:solidFill>
            <a:prstDash val="solid"/>
          </a:ln>
        </p:spPr>
      </p:cxnSp>
      <p:cxnSp>
        <p:nvCxnSpPr>
          <p:cNvPr id="21" name="">
            <a:extLst xmlns:a="http://schemas.openxmlformats.org/drawingml/2006/main">
              <a:ext uri="{FF2B5EF4-FFF2-40B4-BE49-F238E27FC236}">
                <a16:creationId xmlns:a16="http://schemas.microsoft.com/office/drawing/2014/main" id="{9B4356E0-DE68-43DB-B06F-70153DD7DF91}"/>
              </a:ext>
            </a:extLst>
          </p:cNvPr>
          <p:cNvCxnSpPr>
            <a:stCxn xmlns:a="http://schemas.openxmlformats.org/drawingml/2006/main" id="9" idx="3"/>
            <a:endCxn xmlns:a="http://schemas.openxmlformats.org/drawingml/2006/main" id="13" idx="1"/>
          </p:cNvCxnSpPr>
          <p:nvPr/>
        </p:nvCxnSpPr>
        <p:spPr>
          <a:xfrm xmlns:a="http://schemas.openxmlformats.org/drawingml/2006/main">
            <a:off x="4857750" y="2914650"/>
            <a:ext cx="876300" cy="619125"/>
          </a:xfrm>
          <a:prstGeom xmlns:a="http://schemas.openxmlformats.org/drawingml/2006/main" prst="bentConnector3">
            <a:avLst>
              <a:gd name="adj1" fmla="val 50000"/>
            </a:avLst>
          </a:prstGeom>
          <a:ln xmlns:a="http://schemas.openxmlformats.org/drawingml/2006/main" w="19050">
            <a:solidFill>
              <a:srgbClr val="70C9BC"/>
            </a:solidFill>
            <a:prstDash val="solid"/>
          </a:ln>
        </p:spPr>
      </p:cxnSp>
      <p:cxnSp>
        <p:nvCxnSpPr>
          <p:cNvPr id="20" name="">
            <a:extLst xmlns:a="http://schemas.openxmlformats.org/drawingml/2006/main">
              <a:ext uri="{FF2B5EF4-FFF2-40B4-BE49-F238E27FC236}">
                <a16:creationId xmlns:a16="http://schemas.microsoft.com/office/drawing/2014/main" id="{2CE0A629-5D8D-4B4A-BB06-BA746BFE229C}"/>
              </a:ext>
            </a:extLst>
          </p:cNvPr>
          <p:cNvCxnSpPr>
            <a:stCxn xmlns:a="http://schemas.openxmlformats.org/drawingml/2006/main" id="9" idx="3"/>
            <a:endCxn xmlns:a="http://schemas.openxmlformats.org/drawingml/2006/main" id="11" idx="1"/>
          </p:cNvCxnSpPr>
          <p:nvPr/>
        </p:nvCxnSpPr>
        <p:spPr>
          <a:xfrm xmlns:a="http://schemas.openxmlformats.org/drawingml/2006/main" flipV="1">
            <a:off x="4857750" y="2114550"/>
            <a:ext cx="876300" cy="800100"/>
          </a:xfrm>
          <a:prstGeom xmlns:a="http://schemas.openxmlformats.org/drawingml/2006/main" prst="bentConnector3">
            <a:avLst>
              <a:gd name="adj1" fmla="val 50000"/>
            </a:avLst>
          </a:prstGeom>
          <a:ln xmlns:a="http://schemas.openxmlformats.org/drawingml/2006/main" w="19050">
            <a:solidFill>
              <a:srgbClr val="A8B7BC"/>
            </a:solidFill>
            <a:prstDash val="solid"/>
          </a:ln>
        </p:spPr>
      </p:cxnSp>
      <p:cxnSp>
        <p:nvCxnSpPr>
          <p:cNvPr id="19" name="">
            <a:extLst xmlns:a="http://schemas.openxmlformats.org/drawingml/2006/main">
              <a:ext uri="{FF2B5EF4-FFF2-40B4-BE49-F238E27FC236}">
                <a16:creationId xmlns:a16="http://schemas.microsoft.com/office/drawing/2014/main" id="{F7D2F33B-D0D2-4C7C-8620-7A2060ACA857}"/>
              </a:ext>
            </a:extLst>
          </p:cNvPr>
          <p:cNvCxnSpPr>
            <a:stCxn xmlns:a="http://schemas.openxmlformats.org/drawingml/2006/main" id="7" idx="3"/>
            <a:endCxn xmlns:a="http://schemas.openxmlformats.org/drawingml/2006/main" id="9" idx="1"/>
          </p:cNvCxnSpPr>
          <p:nvPr/>
        </p:nvCxnSpPr>
        <p:spPr>
          <a:xfrm xmlns:a="http://schemas.openxmlformats.org/drawingml/2006/main" flipV="1">
            <a:off x="2276475" y="2914650"/>
            <a:ext cx="619125" cy="9525"/>
          </a:xfrm>
          <a:prstGeom xmlns:a="http://schemas.openxmlformats.org/drawingml/2006/main" prst="straightConnector1">
            <a:avLst/>
          </a:prstGeom>
          <a:ln xmlns:a="http://schemas.openxmlformats.org/drawingml/2006/main" w="19050">
            <a:solidFill>
              <a:srgbClr val="70C9BC"/>
            </a:solidFill>
            <a:prstDash val="solid"/>
          </a:ln>
        </p:spPr>
      </p:cxnSp>
      <p:sp>
        <p:nvSpPr>
          <p:cNvPr id="26" name="section-3">
            <a:extLst xmlns:a="http://schemas.openxmlformats.org/drawingml/2006/main">
              <a:ext uri="{FF2B5EF4-FFF2-40B4-BE49-F238E27FC236}">
                <a16:creationId xmlns:a16="http://schemas.microsoft.com/office/drawing/2014/main" id="{3476DF65-C374-4455-B995-F82458F05DA6}"/>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ARCHITECTURE</a:t>
            </a:r>
          </a:p>
        </p:txBody>
      </p:sp>
      <p:sp>
        <p:nvSpPr>
          <p:cNvPr id="2" name="title-3">
            <a:extLst xmlns:a="http://schemas.openxmlformats.org/drawingml/2006/main">
              <a:ext uri="{FF2B5EF4-FFF2-40B4-BE49-F238E27FC236}">
                <a16:creationId xmlns:a16="http://schemas.microsoft.com/office/drawing/2014/main" id="{6FAE3628-C7BF-494A-9489-D861DFC44F39}"/>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53"/>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The service separates browser, API, worker and state</a:t>
            </a:r>
          </a:p>
        </p:txBody>
      </p:sp>
      <p:sp>
        <p:nvSpPr>
          <p:cNvPr id="3" name="title-rule-3">
            <a:extLst xmlns:a="http://schemas.openxmlformats.org/drawingml/2006/main">
              <a:ext uri="{FF2B5EF4-FFF2-40B4-BE49-F238E27FC236}">
                <a16:creationId xmlns:a16="http://schemas.microsoft.com/office/drawing/2014/main" id="{8A38891A-4764-4FB8-9717-9F7A65585802}"/>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3">
            <a:extLst xmlns:a="http://schemas.openxmlformats.org/drawingml/2006/main">
              <a:ext uri="{FF2B5EF4-FFF2-40B4-BE49-F238E27FC236}">
                <a16:creationId xmlns:a16="http://schemas.microsoft.com/office/drawing/2014/main" id="{7D93DAE0-561D-4CB9-A9D3-1ABCAC05C441}"/>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3">
            <a:extLst xmlns:a="http://schemas.openxmlformats.org/drawingml/2006/main">
              <a:ext uri="{FF2B5EF4-FFF2-40B4-BE49-F238E27FC236}">
                <a16:creationId xmlns:a16="http://schemas.microsoft.com/office/drawing/2014/main" id="{089468E1-322E-45F3-9FBE-2BD34E5179B3}"/>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3">
            <a:extLst xmlns:a="http://schemas.openxmlformats.org/drawingml/2006/main">
              <a:ext uri="{FF2B5EF4-FFF2-40B4-BE49-F238E27FC236}">
                <a16:creationId xmlns:a16="http://schemas.microsoft.com/office/drawing/2014/main" id="{A1709AC7-7269-437D-A68F-5F47CCFCAAA3}"/>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03</a:t>
            </a:r>
          </a:p>
        </p:txBody>
      </p:sp>
      <p:sp>
        <p:nvSpPr>
          <p:cNvPr id="7" name="browser">
            <a:extLst xmlns:a="http://schemas.openxmlformats.org/drawingml/2006/main">
              <a:ext uri="{FF2B5EF4-FFF2-40B4-BE49-F238E27FC236}">
                <a16:creationId xmlns:a16="http://schemas.microsoft.com/office/drawing/2014/main" id="{21A93A90-E25D-4989-BF63-EEE13585CECA}"/>
              </a:ext>
            </a:extLst>
          </p:cNvPr>
          <p:cNvSpPr>
            <a:spLocks xmlns:a="http://schemas.openxmlformats.org/drawingml/2006/main" noGrp="1"/>
          </p:cNvSpPr>
          <p:nvPr/>
        </p:nvSpPr>
        <p:spPr>
          <a:xfrm xmlns:a="http://schemas.openxmlformats.org/drawingml/2006/main">
            <a:off x="714375" y="2514600"/>
            <a:ext cx="1562100" cy="819150"/>
          </a:xfrm>
          <a:prstGeom xmlns:a="http://schemas.openxmlformats.org/drawingml/2006/main" prst="rect">
            <a:avLst/>
          </a:prstGeom>
          <a:solidFill xmlns:a="http://schemas.openxmlformats.org/drawingml/2006/main">
            <a:srgbClr val="10232D"/>
          </a:solidFill>
          <a:ln xmlns:a="http://schemas.openxmlformats.org/drawingml/2006/main" w="19050">
            <a:solidFill>
              <a:srgbClr val="35505B"/>
            </a:solidFill>
            <a:prstDash val="solid"/>
          </a:ln>
        </p:spPr>
      </p:sp>
      <p:sp>
        <p:nvSpPr>
          <p:cNvPr id="8" name="browser-label">
            <a:extLst xmlns:a="http://schemas.openxmlformats.org/drawingml/2006/main">
              <a:ext uri="{FF2B5EF4-FFF2-40B4-BE49-F238E27FC236}">
                <a16:creationId xmlns:a16="http://schemas.microsoft.com/office/drawing/2014/main" id="{2FB32742-D519-48A7-9E10-1FF4CC315B0F}"/>
              </a:ext>
            </a:extLst>
          </p:cNvPr>
          <p:cNvSpPr>
            <a:spLocks xmlns:a="http://schemas.openxmlformats.org/drawingml/2006/main" noGrp="1"/>
          </p:cNvSpPr>
          <p:nvPr/>
        </p:nvSpPr>
        <p:spPr>
          <a:xfrm xmlns:a="http://schemas.openxmlformats.org/drawingml/2006/main">
            <a:off x="828675" y="2609850"/>
            <a:ext cx="1333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2071"/>
          </a:bodyPr>
          <a:lstStyle xmlns:a="http://schemas.openxmlformats.org/drawingml/2006/main">
            <a:defPPr algn="ctr">
              <a:defRPr sz="1650" b="1">
                <a:solidFill>
                  <a:srgbClr val="F2F0E8"/>
                </a:solidFill>
                <a:latin typeface="Arial"/>
                <a:ea typeface="Arial"/>
                <a:cs typeface="Arial"/>
              </a:defRPr>
            </a:defPPr>
            <a:lvl1pPr algn="ctr">
              <a:defRPr sz="1650" b="1">
                <a:solidFill>
                  <a:srgbClr val="F2F0E8"/>
                </a:solidFill>
                <a:latin typeface="Arial"/>
                <a:ea typeface="Arial"/>
                <a:cs typeface="Arial"/>
              </a:defRPr>
            </a:lvl1pPr>
            <a:lvl2pPr algn="ctr">
              <a:defRPr sz="1650" b="1">
                <a:solidFill>
                  <a:srgbClr val="F2F0E8"/>
                </a:solidFill>
                <a:latin typeface="Arial"/>
                <a:ea typeface="Arial"/>
                <a:cs typeface="Arial"/>
              </a:defRPr>
            </a:lvl2pPr>
            <a:lvl3pPr algn="ctr">
              <a:defRPr sz="1650" b="1">
                <a:solidFill>
                  <a:srgbClr val="F2F0E8"/>
                </a:solidFill>
                <a:latin typeface="Arial"/>
                <a:ea typeface="Arial"/>
                <a:cs typeface="Arial"/>
              </a:defRPr>
            </a:lvl3pPr>
            <a:lvl4pPr algn="ctr">
              <a:defRPr sz="1650" b="1">
                <a:solidFill>
                  <a:srgbClr val="F2F0E8"/>
                </a:solidFill>
                <a:latin typeface="Arial"/>
                <a:ea typeface="Arial"/>
                <a:cs typeface="Arial"/>
              </a:defRPr>
            </a:lvl4pPr>
            <a:lvl5pPr algn="ctr">
              <a:defRPr sz="1650" b="1">
                <a:solidFill>
                  <a:srgbClr val="F2F0E8"/>
                </a:solidFill>
                <a:latin typeface="Arial"/>
                <a:ea typeface="Arial"/>
                <a:cs typeface="Arial"/>
              </a:defRPr>
            </a:lvl5pPr>
            <a:lvl6pPr algn="ctr">
              <a:defRPr sz="1650" b="1">
                <a:solidFill>
                  <a:srgbClr val="F2F0E8"/>
                </a:solidFill>
                <a:latin typeface="Arial"/>
                <a:ea typeface="Arial"/>
                <a:cs typeface="Arial"/>
              </a:defRPr>
            </a:lvl6pPr>
            <a:lvl7pPr algn="ctr">
              <a:defRPr sz="1650" b="1">
                <a:solidFill>
                  <a:srgbClr val="F2F0E8"/>
                </a:solidFill>
                <a:latin typeface="Arial"/>
                <a:ea typeface="Arial"/>
                <a:cs typeface="Arial"/>
              </a:defRPr>
            </a:lvl7pPr>
            <a:lvl8pPr algn="ctr">
              <a:defRPr sz="1650" b="1">
                <a:solidFill>
                  <a:srgbClr val="F2F0E8"/>
                </a:solidFill>
                <a:latin typeface="Arial"/>
                <a:ea typeface="Arial"/>
                <a:cs typeface="Arial"/>
              </a:defRPr>
            </a:lvl8pPr>
            <a:lvl9pPr algn="ctr">
              <a:defRPr sz="1650" b="1">
                <a:solidFill>
                  <a:srgbClr val="F2F0E8"/>
                </a:solidFill>
                <a:latin typeface="Arial"/>
                <a:ea typeface="Arial"/>
                <a:cs typeface="Arial"/>
              </a:defRPr>
            </a:lvl9pPr>
          </a:lstStyle>
          <a:p xmlns:a="http://schemas.openxmlformats.org/drawingml/2006/main">
            <a:pPr algn="ctr">
              <a:defRPr sz="1650" b="1">
                <a:solidFill>
                  <a:srgbClr val="F2F0E8"/>
                </a:solidFill>
                <a:latin typeface="Arial"/>
                <a:ea typeface="Arial"/>
                <a:cs typeface="Arial"/>
              </a:defRPr>
            </a:pPr>
            <a:r>
              <a:rPr sz="1650" b="1">
                <a:solidFill>
                  <a:srgbClr val="F2F0E8"/>
                </a:solidFill>
                <a:latin typeface="Arial"/>
                <a:ea typeface="Arial"/>
                <a:cs typeface="Arial"/>
              </a:rPr>
              <a:t>Browser</a:t>
            </a:r>
          </a:p>
          <a:p xmlns:a="http://schemas.openxmlformats.org/drawingml/2006/main">
            <a:pPr algn="ctr">
              <a:defRPr sz="1650" b="1">
                <a:solidFill>
                  <a:srgbClr val="F2F0E8"/>
                </a:solidFill>
                <a:latin typeface="Arial"/>
                <a:ea typeface="Arial"/>
                <a:cs typeface="Arial"/>
              </a:defRPr>
            </a:pPr>
            <a:r>
              <a:rPr sz="1650" b="1">
                <a:solidFill>
                  <a:srgbClr val="F2F0E8"/>
                </a:solidFill>
                <a:latin typeface="Arial"/>
                <a:ea typeface="Arial"/>
                <a:cs typeface="Arial"/>
              </a:rPr>
              <a:t>React dashboard</a:t>
            </a:r>
          </a:p>
        </p:txBody>
      </p:sp>
      <p:sp>
        <p:nvSpPr>
          <p:cNvPr id="9" name="caddy">
            <a:extLst xmlns:a="http://schemas.openxmlformats.org/drawingml/2006/main">
              <a:ext uri="{FF2B5EF4-FFF2-40B4-BE49-F238E27FC236}">
                <a16:creationId xmlns:a16="http://schemas.microsoft.com/office/drawing/2014/main" id="{815D2726-8CEC-47A6-8447-2502F3058CB1}"/>
              </a:ext>
            </a:extLst>
          </p:cNvPr>
          <p:cNvSpPr>
            <a:spLocks xmlns:a="http://schemas.openxmlformats.org/drawingml/2006/main" noGrp="1"/>
          </p:cNvSpPr>
          <p:nvPr/>
        </p:nvSpPr>
        <p:spPr>
          <a:xfrm xmlns:a="http://schemas.openxmlformats.org/drawingml/2006/main">
            <a:off x="2895600" y="2286000"/>
            <a:ext cx="1962150" cy="1257300"/>
          </a:xfrm>
          <a:prstGeom xmlns:a="http://schemas.openxmlformats.org/drawingml/2006/main" prst="rect">
            <a:avLst/>
          </a:prstGeom>
          <a:solidFill xmlns:a="http://schemas.openxmlformats.org/drawingml/2006/main">
            <a:srgbClr val="10232D"/>
          </a:solidFill>
          <a:ln xmlns:a="http://schemas.openxmlformats.org/drawingml/2006/main" w="19050">
            <a:solidFill>
              <a:srgbClr val="70C9BC"/>
            </a:solidFill>
            <a:prstDash val="solid"/>
          </a:ln>
        </p:spPr>
      </p:sp>
      <p:sp>
        <p:nvSpPr>
          <p:cNvPr id="10" name="caddy-label">
            <a:extLst xmlns:a="http://schemas.openxmlformats.org/drawingml/2006/main">
              <a:ext uri="{FF2B5EF4-FFF2-40B4-BE49-F238E27FC236}">
                <a16:creationId xmlns:a16="http://schemas.microsoft.com/office/drawing/2014/main" id="{A2537897-2C68-4F13-A373-F8499C62747D}"/>
              </a:ext>
            </a:extLst>
          </p:cNvPr>
          <p:cNvSpPr>
            <a:spLocks xmlns:a="http://schemas.openxmlformats.org/drawingml/2006/main" noGrp="1"/>
          </p:cNvSpPr>
          <p:nvPr/>
        </p:nvSpPr>
        <p:spPr>
          <a:xfrm xmlns:a="http://schemas.openxmlformats.org/drawingml/2006/main">
            <a:off x="3048000" y="2486025"/>
            <a:ext cx="1657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Caddy</a:t>
            </a:r>
          </a:p>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HTTPS + proxy</a:t>
            </a:r>
          </a:p>
        </p:txBody>
      </p:sp>
      <p:sp>
        <p:nvSpPr>
          <p:cNvPr id="11" name="frontend">
            <a:extLst xmlns:a="http://schemas.openxmlformats.org/drawingml/2006/main">
              <a:ext uri="{FF2B5EF4-FFF2-40B4-BE49-F238E27FC236}">
                <a16:creationId xmlns:a16="http://schemas.microsoft.com/office/drawing/2014/main" id="{8F4C7AF9-5E09-480C-9A65-6BD8ABC2FD75}"/>
              </a:ext>
            </a:extLst>
          </p:cNvPr>
          <p:cNvSpPr>
            <a:spLocks xmlns:a="http://schemas.openxmlformats.org/drawingml/2006/main" noGrp="1"/>
          </p:cNvSpPr>
          <p:nvPr/>
        </p:nvSpPr>
        <p:spPr>
          <a:xfrm xmlns:a="http://schemas.openxmlformats.org/drawingml/2006/main">
            <a:off x="5734050" y="1695450"/>
            <a:ext cx="2095500" cy="838200"/>
          </a:xfrm>
          <a:prstGeom xmlns:a="http://schemas.openxmlformats.org/drawingml/2006/main" prst="rect">
            <a:avLst/>
          </a:prstGeom>
          <a:solidFill xmlns:a="http://schemas.openxmlformats.org/drawingml/2006/main">
            <a:srgbClr val="10232D"/>
          </a:solidFill>
          <a:ln xmlns:a="http://schemas.openxmlformats.org/drawingml/2006/main" w="19050">
            <a:solidFill>
              <a:srgbClr val="35505B"/>
            </a:solidFill>
            <a:prstDash val="solid"/>
          </a:ln>
        </p:spPr>
      </p:sp>
      <p:sp>
        <p:nvSpPr>
          <p:cNvPr id="12" name="frontend-label">
            <a:extLst xmlns:a="http://schemas.openxmlformats.org/drawingml/2006/main">
              <a:ext uri="{FF2B5EF4-FFF2-40B4-BE49-F238E27FC236}">
                <a16:creationId xmlns:a16="http://schemas.microsoft.com/office/drawing/2014/main" id="{EA3616AA-F10B-41AF-BDC6-C58A0E6CFF47}"/>
              </a:ext>
            </a:extLst>
          </p:cNvPr>
          <p:cNvSpPr>
            <a:spLocks xmlns:a="http://schemas.openxmlformats.org/drawingml/2006/main" noGrp="1"/>
          </p:cNvSpPr>
          <p:nvPr/>
        </p:nvSpPr>
        <p:spPr>
          <a:xfrm xmlns:a="http://schemas.openxmlformats.org/drawingml/2006/main">
            <a:off x="5876925" y="1781175"/>
            <a:ext cx="1809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F2F0E8"/>
                </a:solidFill>
                <a:latin typeface="Arial"/>
                <a:ea typeface="Arial"/>
                <a:cs typeface="Arial"/>
              </a:defRPr>
            </a:defPPr>
            <a:lvl1pPr algn="ctr">
              <a:defRPr sz="1650" b="1">
                <a:solidFill>
                  <a:srgbClr val="F2F0E8"/>
                </a:solidFill>
                <a:latin typeface="Arial"/>
                <a:ea typeface="Arial"/>
                <a:cs typeface="Arial"/>
              </a:defRPr>
            </a:lvl1pPr>
            <a:lvl2pPr algn="ctr">
              <a:defRPr sz="1650" b="1">
                <a:solidFill>
                  <a:srgbClr val="F2F0E8"/>
                </a:solidFill>
                <a:latin typeface="Arial"/>
                <a:ea typeface="Arial"/>
                <a:cs typeface="Arial"/>
              </a:defRPr>
            </a:lvl2pPr>
            <a:lvl3pPr algn="ctr">
              <a:defRPr sz="1650" b="1">
                <a:solidFill>
                  <a:srgbClr val="F2F0E8"/>
                </a:solidFill>
                <a:latin typeface="Arial"/>
                <a:ea typeface="Arial"/>
                <a:cs typeface="Arial"/>
              </a:defRPr>
            </a:lvl3pPr>
            <a:lvl4pPr algn="ctr">
              <a:defRPr sz="1650" b="1">
                <a:solidFill>
                  <a:srgbClr val="F2F0E8"/>
                </a:solidFill>
                <a:latin typeface="Arial"/>
                <a:ea typeface="Arial"/>
                <a:cs typeface="Arial"/>
              </a:defRPr>
            </a:lvl4pPr>
            <a:lvl5pPr algn="ctr">
              <a:defRPr sz="1650" b="1">
                <a:solidFill>
                  <a:srgbClr val="F2F0E8"/>
                </a:solidFill>
                <a:latin typeface="Arial"/>
                <a:ea typeface="Arial"/>
                <a:cs typeface="Arial"/>
              </a:defRPr>
            </a:lvl5pPr>
            <a:lvl6pPr algn="ctr">
              <a:defRPr sz="1650" b="1">
                <a:solidFill>
                  <a:srgbClr val="F2F0E8"/>
                </a:solidFill>
                <a:latin typeface="Arial"/>
                <a:ea typeface="Arial"/>
                <a:cs typeface="Arial"/>
              </a:defRPr>
            </a:lvl6pPr>
            <a:lvl7pPr algn="ctr">
              <a:defRPr sz="1650" b="1">
                <a:solidFill>
                  <a:srgbClr val="F2F0E8"/>
                </a:solidFill>
                <a:latin typeface="Arial"/>
                <a:ea typeface="Arial"/>
                <a:cs typeface="Arial"/>
              </a:defRPr>
            </a:lvl7pPr>
            <a:lvl8pPr algn="ctr">
              <a:defRPr sz="1650" b="1">
                <a:solidFill>
                  <a:srgbClr val="F2F0E8"/>
                </a:solidFill>
                <a:latin typeface="Arial"/>
                <a:ea typeface="Arial"/>
                <a:cs typeface="Arial"/>
              </a:defRPr>
            </a:lvl8pPr>
            <a:lvl9pPr algn="ctr">
              <a:defRPr sz="1650" b="1">
                <a:solidFill>
                  <a:srgbClr val="F2F0E8"/>
                </a:solidFill>
                <a:latin typeface="Arial"/>
                <a:ea typeface="Arial"/>
                <a:cs typeface="Arial"/>
              </a:defRPr>
            </a:lvl9pPr>
          </a:lstStyle>
          <a:p xmlns:a="http://schemas.openxmlformats.org/drawingml/2006/main">
            <a:pPr algn="ctr">
              <a:defRPr sz="1650" b="1">
                <a:solidFill>
                  <a:srgbClr val="F2F0E8"/>
                </a:solidFill>
                <a:latin typeface="Arial"/>
                <a:ea typeface="Arial"/>
                <a:cs typeface="Arial"/>
              </a:defRPr>
            </a:pPr>
            <a:r>
              <a:rPr sz="1650" b="1">
                <a:solidFill>
                  <a:srgbClr val="F2F0E8"/>
                </a:solidFill>
                <a:latin typeface="Arial"/>
                <a:ea typeface="Arial"/>
                <a:cs typeface="Arial"/>
              </a:rPr>
              <a:t>Static frontend</a:t>
            </a:r>
          </a:p>
          <a:p xmlns:a="http://schemas.openxmlformats.org/drawingml/2006/main">
            <a:pPr algn="ctr">
              <a:defRPr sz="1650" b="1">
                <a:solidFill>
                  <a:srgbClr val="F2F0E8"/>
                </a:solidFill>
                <a:latin typeface="Arial"/>
                <a:ea typeface="Arial"/>
                <a:cs typeface="Arial"/>
              </a:defRPr>
            </a:pPr>
            <a:r>
              <a:rPr sz="1650" b="1">
                <a:solidFill>
                  <a:srgbClr val="F2F0E8"/>
                </a:solidFill>
                <a:latin typeface="Arial"/>
                <a:ea typeface="Arial"/>
                <a:cs typeface="Arial"/>
              </a:rPr>
              <a:t>Nginx</a:t>
            </a:r>
          </a:p>
        </p:txBody>
      </p:sp>
      <p:sp>
        <p:nvSpPr>
          <p:cNvPr id="13" name="api">
            <a:extLst xmlns:a="http://schemas.openxmlformats.org/drawingml/2006/main">
              <a:ext uri="{FF2B5EF4-FFF2-40B4-BE49-F238E27FC236}">
                <a16:creationId xmlns:a16="http://schemas.microsoft.com/office/drawing/2014/main" id="{5D5C8AAB-0D23-4F87-BB59-9B800EEF3701}"/>
              </a:ext>
            </a:extLst>
          </p:cNvPr>
          <p:cNvSpPr>
            <a:spLocks xmlns:a="http://schemas.openxmlformats.org/drawingml/2006/main" noGrp="1"/>
          </p:cNvSpPr>
          <p:nvPr/>
        </p:nvSpPr>
        <p:spPr>
          <a:xfrm xmlns:a="http://schemas.openxmlformats.org/drawingml/2006/main">
            <a:off x="5734050" y="3095625"/>
            <a:ext cx="2095500" cy="876300"/>
          </a:xfrm>
          <a:prstGeom xmlns:a="http://schemas.openxmlformats.org/drawingml/2006/main" prst="rect">
            <a:avLst/>
          </a:prstGeom>
          <a:solidFill xmlns:a="http://schemas.openxmlformats.org/drawingml/2006/main">
            <a:srgbClr val="10232D"/>
          </a:solidFill>
          <a:ln xmlns:a="http://schemas.openxmlformats.org/drawingml/2006/main" w="19050">
            <a:solidFill>
              <a:srgbClr val="70C9BC"/>
            </a:solidFill>
            <a:prstDash val="solid"/>
          </a:ln>
        </p:spPr>
      </p:sp>
      <p:sp>
        <p:nvSpPr>
          <p:cNvPr id="14" name="api-label">
            <a:extLst xmlns:a="http://schemas.openxmlformats.org/drawingml/2006/main">
              <a:ext uri="{FF2B5EF4-FFF2-40B4-BE49-F238E27FC236}">
                <a16:creationId xmlns:a16="http://schemas.microsoft.com/office/drawing/2014/main" id="{B9D854EA-B063-4188-8495-4D0E697B6AF7}"/>
              </a:ext>
            </a:extLst>
          </p:cNvPr>
          <p:cNvSpPr>
            <a:spLocks xmlns:a="http://schemas.openxmlformats.org/drawingml/2006/main" noGrp="1"/>
          </p:cNvSpPr>
          <p:nvPr/>
        </p:nvSpPr>
        <p:spPr>
          <a:xfrm xmlns:a="http://schemas.openxmlformats.org/drawingml/2006/main">
            <a:off x="5867400" y="3181350"/>
            <a:ext cx="1828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172"/>
          </a:bodyPr>
          <a:lstStyle xmlns:a="http://schemas.openxmlformats.org/drawingml/2006/main">
            <a:defPPr algn="ctr">
              <a:defRPr sz="1650" b="1">
                <a:solidFill>
                  <a:srgbClr val="F2F0E8"/>
                </a:solidFill>
                <a:latin typeface="Arial"/>
                <a:ea typeface="Arial"/>
                <a:cs typeface="Arial"/>
              </a:defRPr>
            </a:defPPr>
            <a:lvl1pPr algn="ctr">
              <a:defRPr sz="1650" b="1">
                <a:solidFill>
                  <a:srgbClr val="F2F0E8"/>
                </a:solidFill>
                <a:latin typeface="Arial"/>
                <a:ea typeface="Arial"/>
                <a:cs typeface="Arial"/>
              </a:defRPr>
            </a:lvl1pPr>
            <a:lvl2pPr algn="ctr">
              <a:defRPr sz="1650" b="1">
                <a:solidFill>
                  <a:srgbClr val="F2F0E8"/>
                </a:solidFill>
                <a:latin typeface="Arial"/>
                <a:ea typeface="Arial"/>
                <a:cs typeface="Arial"/>
              </a:defRPr>
            </a:lvl2pPr>
            <a:lvl3pPr algn="ctr">
              <a:defRPr sz="1650" b="1">
                <a:solidFill>
                  <a:srgbClr val="F2F0E8"/>
                </a:solidFill>
                <a:latin typeface="Arial"/>
                <a:ea typeface="Arial"/>
                <a:cs typeface="Arial"/>
              </a:defRPr>
            </a:lvl3pPr>
            <a:lvl4pPr algn="ctr">
              <a:defRPr sz="1650" b="1">
                <a:solidFill>
                  <a:srgbClr val="F2F0E8"/>
                </a:solidFill>
                <a:latin typeface="Arial"/>
                <a:ea typeface="Arial"/>
                <a:cs typeface="Arial"/>
              </a:defRPr>
            </a:lvl4pPr>
            <a:lvl5pPr algn="ctr">
              <a:defRPr sz="1650" b="1">
                <a:solidFill>
                  <a:srgbClr val="F2F0E8"/>
                </a:solidFill>
                <a:latin typeface="Arial"/>
                <a:ea typeface="Arial"/>
                <a:cs typeface="Arial"/>
              </a:defRPr>
            </a:lvl5pPr>
            <a:lvl6pPr algn="ctr">
              <a:defRPr sz="1650" b="1">
                <a:solidFill>
                  <a:srgbClr val="F2F0E8"/>
                </a:solidFill>
                <a:latin typeface="Arial"/>
                <a:ea typeface="Arial"/>
                <a:cs typeface="Arial"/>
              </a:defRPr>
            </a:lvl6pPr>
            <a:lvl7pPr algn="ctr">
              <a:defRPr sz="1650" b="1">
                <a:solidFill>
                  <a:srgbClr val="F2F0E8"/>
                </a:solidFill>
                <a:latin typeface="Arial"/>
                <a:ea typeface="Arial"/>
                <a:cs typeface="Arial"/>
              </a:defRPr>
            </a:lvl7pPr>
            <a:lvl8pPr algn="ctr">
              <a:defRPr sz="1650" b="1">
                <a:solidFill>
                  <a:srgbClr val="F2F0E8"/>
                </a:solidFill>
                <a:latin typeface="Arial"/>
                <a:ea typeface="Arial"/>
                <a:cs typeface="Arial"/>
              </a:defRPr>
            </a:lvl8pPr>
            <a:lvl9pPr algn="ctr">
              <a:defRPr sz="1650" b="1">
                <a:solidFill>
                  <a:srgbClr val="F2F0E8"/>
                </a:solidFill>
                <a:latin typeface="Arial"/>
                <a:ea typeface="Arial"/>
                <a:cs typeface="Arial"/>
              </a:defRPr>
            </a:lvl9pPr>
          </a:lstStyle>
          <a:p xmlns:a="http://schemas.openxmlformats.org/drawingml/2006/main">
            <a:pPr algn="ctr">
              <a:defRPr sz="1650" b="1">
                <a:solidFill>
                  <a:srgbClr val="F2F0E8"/>
                </a:solidFill>
                <a:latin typeface="Arial"/>
                <a:ea typeface="Arial"/>
                <a:cs typeface="Arial"/>
              </a:defRPr>
            </a:pPr>
            <a:r>
              <a:rPr sz="1650" b="1">
                <a:solidFill>
                  <a:srgbClr val="F2F0E8"/>
                </a:solidFill>
                <a:latin typeface="Arial"/>
                <a:ea typeface="Arial"/>
                <a:cs typeface="Arial"/>
              </a:rPr>
              <a:t>FastAPI</a:t>
            </a:r>
          </a:p>
          <a:p xmlns:a="http://schemas.openxmlformats.org/drawingml/2006/main">
            <a:pPr algn="ctr">
              <a:defRPr sz="1650" b="1">
                <a:solidFill>
                  <a:srgbClr val="F2F0E8"/>
                </a:solidFill>
                <a:latin typeface="Arial"/>
                <a:ea typeface="Arial"/>
                <a:cs typeface="Arial"/>
              </a:defRPr>
            </a:pPr>
            <a:r>
              <a:rPr sz="1650" b="1">
                <a:solidFill>
                  <a:srgbClr val="F2F0E8"/>
                </a:solidFill>
                <a:latin typeface="Arial"/>
                <a:ea typeface="Arial"/>
                <a:cs typeface="Arial"/>
              </a:rPr>
              <a:t>auth + orchestration</a:t>
            </a:r>
          </a:p>
        </p:txBody>
      </p:sp>
      <p:sp>
        <p:nvSpPr>
          <p:cNvPr id="15" name="postgres">
            <a:extLst xmlns:a="http://schemas.openxmlformats.org/drawingml/2006/main">
              <a:ext uri="{FF2B5EF4-FFF2-40B4-BE49-F238E27FC236}">
                <a16:creationId xmlns:a16="http://schemas.microsoft.com/office/drawing/2014/main" id="{F807DCBB-EA9E-469A-BD67-A163F21F8B82}"/>
              </a:ext>
            </a:extLst>
          </p:cNvPr>
          <p:cNvSpPr>
            <a:spLocks xmlns:a="http://schemas.openxmlformats.org/drawingml/2006/main" noGrp="1"/>
          </p:cNvSpPr>
          <p:nvPr/>
        </p:nvSpPr>
        <p:spPr>
          <a:xfrm xmlns:a="http://schemas.openxmlformats.org/drawingml/2006/main">
            <a:off x="8839200" y="1933575"/>
            <a:ext cx="2238375" cy="876300"/>
          </a:xfrm>
          <a:prstGeom xmlns:a="http://schemas.openxmlformats.org/drawingml/2006/main" prst="rect">
            <a:avLst/>
          </a:prstGeom>
          <a:solidFill xmlns:a="http://schemas.openxmlformats.org/drawingml/2006/main">
            <a:srgbClr val="10232D"/>
          </a:solidFill>
          <a:ln xmlns:a="http://schemas.openxmlformats.org/drawingml/2006/main" w="19050">
            <a:solidFill>
              <a:srgbClr val="70C9BC"/>
            </a:solidFill>
            <a:prstDash val="solid"/>
          </a:ln>
        </p:spPr>
      </p:sp>
      <p:sp>
        <p:nvSpPr>
          <p:cNvPr id="16" name="postgres-label">
            <a:extLst xmlns:a="http://schemas.openxmlformats.org/drawingml/2006/main">
              <a:ext uri="{FF2B5EF4-FFF2-40B4-BE49-F238E27FC236}">
                <a16:creationId xmlns:a16="http://schemas.microsoft.com/office/drawing/2014/main" id="{FAAC5D5E-3927-4789-9182-FA00220D4811}"/>
              </a:ext>
            </a:extLst>
          </p:cNvPr>
          <p:cNvSpPr>
            <a:spLocks xmlns:a="http://schemas.openxmlformats.org/drawingml/2006/main" noGrp="1"/>
          </p:cNvSpPr>
          <p:nvPr/>
        </p:nvSpPr>
        <p:spPr>
          <a:xfrm xmlns:a="http://schemas.openxmlformats.org/drawingml/2006/main">
            <a:off x="8991600" y="2009775"/>
            <a:ext cx="1943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657"/>
          </a:bodyPr>
          <a:lstStyle xmlns:a="http://schemas.openxmlformats.org/drawingml/2006/main">
            <a:defPPr algn="ctr">
              <a:defRPr sz="1650" b="1">
                <a:solidFill>
                  <a:srgbClr val="F2F0E8"/>
                </a:solidFill>
                <a:latin typeface="Arial"/>
                <a:ea typeface="Arial"/>
                <a:cs typeface="Arial"/>
              </a:defRPr>
            </a:defPPr>
            <a:lvl1pPr algn="ctr">
              <a:defRPr sz="1650" b="1">
                <a:solidFill>
                  <a:srgbClr val="F2F0E8"/>
                </a:solidFill>
                <a:latin typeface="Arial"/>
                <a:ea typeface="Arial"/>
                <a:cs typeface="Arial"/>
              </a:defRPr>
            </a:lvl1pPr>
            <a:lvl2pPr algn="ctr">
              <a:defRPr sz="1650" b="1">
                <a:solidFill>
                  <a:srgbClr val="F2F0E8"/>
                </a:solidFill>
                <a:latin typeface="Arial"/>
                <a:ea typeface="Arial"/>
                <a:cs typeface="Arial"/>
              </a:defRPr>
            </a:lvl2pPr>
            <a:lvl3pPr algn="ctr">
              <a:defRPr sz="1650" b="1">
                <a:solidFill>
                  <a:srgbClr val="F2F0E8"/>
                </a:solidFill>
                <a:latin typeface="Arial"/>
                <a:ea typeface="Arial"/>
                <a:cs typeface="Arial"/>
              </a:defRPr>
            </a:lvl3pPr>
            <a:lvl4pPr algn="ctr">
              <a:defRPr sz="1650" b="1">
                <a:solidFill>
                  <a:srgbClr val="F2F0E8"/>
                </a:solidFill>
                <a:latin typeface="Arial"/>
                <a:ea typeface="Arial"/>
                <a:cs typeface="Arial"/>
              </a:defRPr>
            </a:lvl4pPr>
            <a:lvl5pPr algn="ctr">
              <a:defRPr sz="1650" b="1">
                <a:solidFill>
                  <a:srgbClr val="F2F0E8"/>
                </a:solidFill>
                <a:latin typeface="Arial"/>
                <a:ea typeface="Arial"/>
                <a:cs typeface="Arial"/>
              </a:defRPr>
            </a:lvl5pPr>
            <a:lvl6pPr algn="ctr">
              <a:defRPr sz="1650" b="1">
                <a:solidFill>
                  <a:srgbClr val="F2F0E8"/>
                </a:solidFill>
                <a:latin typeface="Arial"/>
                <a:ea typeface="Arial"/>
                <a:cs typeface="Arial"/>
              </a:defRPr>
            </a:lvl6pPr>
            <a:lvl7pPr algn="ctr">
              <a:defRPr sz="1650" b="1">
                <a:solidFill>
                  <a:srgbClr val="F2F0E8"/>
                </a:solidFill>
                <a:latin typeface="Arial"/>
                <a:ea typeface="Arial"/>
                <a:cs typeface="Arial"/>
              </a:defRPr>
            </a:lvl7pPr>
            <a:lvl8pPr algn="ctr">
              <a:defRPr sz="1650" b="1">
                <a:solidFill>
                  <a:srgbClr val="F2F0E8"/>
                </a:solidFill>
                <a:latin typeface="Arial"/>
                <a:ea typeface="Arial"/>
                <a:cs typeface="Arial"/>
              </a:defRPr>
            </a:lvl8pPr>
            <a:lvl9pPr algn="ctr">
              <a:defRPr sz="1650" b="1">
                <a:solidFill>
                  <a:srgbClr val="F2F0E8"/>
                </a:solidFill>
                <a:latin typeface="Arial"/>
                <a:ea typeface="Arial"/>
                <a:cs typeface="Arial"/>
              </a:defRPr>
            </a:lvl9pPr>
          </a:lstStyle>
          <a:p xmlns:a="http://schemas.openxmlformats.org/drawingml/2006/main">
            <a:pPr algn="ctr">
              <a:defRPr sz="1650" b="1">
                <a:solidFill>
                  <a:srgbClr val="F2F0E8"/>
                </a:solidFill>
                <a:latin typeface="Arial"/>
                <a:ea typeface="Arial"/>
                <a:cs typeface="Arial"/>
              </a:defRPr>
            </a:pPr>
            <a:r>
              <a:rPr sz="1650" b="1">
                <a:solidFill>
                  <a:srgbClr val="F2F0E8"/>
                </a:solidFill>
                <a:latin typeface="Arial"/>
                <a:ea typeface="Arial"/>
                <a:cs typeface="Arial"/>
              </a:rPr>
              <a:t>PostgreSQL</a:t>
            </a:r>
          </a:p>
          <a:p xmlns:a="http://schemas.openxmlformats.org/drawingml/2006/main">
            <a:pPr algn="ctr">
              <a:defRPr sz="1650" b="1">
                <a:solidFill>
                  <a:srgbClr val="F2F0E8"/>
                </a:solidFill>
                <a:latin typeface="Arial"/>
                <a:ea typeface="Arial"/>
                <a:cs typeface="Arial"/>
              </a:defRPr>
            </a:pPr>
            <a:r>
              <a:rPr sz="1650" b="1">
                <a:solidFill>
                  <a:srgbClr val="F2F0E8"/>
                </a:solidFill>
                <a:latin typeface="Arial"/>
                <a:ea typeface="Arial"/>
                <a:cs typeface="Arial"/>
              </a:rPr>
              <a:t>workflows + artifacts</a:t>
            </a:r>
          </a:p>
        </p:txBody>
      </p:sp>
      <p:sp>
        <p:nvSpPr>
          <p:cNvPr id="17" name="worker">
            <a:extLst xmlns:a="http://schemas.openxmlformats.org/drawingml/2006/main">
              <a:ext uri="{FF2B5EF4-FFF2-40B4-BE49-F238E27FC236}">
                <a16:creationId xmlns:a16="http://schemas.microsoft.com/office/drawing/2014/main" id="{59C6A2AC-45CF-4E97-BCA0-36F671F5C219}"/>
              </a:ext>
            </a:extLst>
          </p:cNvPr>
          <p:cNvSpPr>
            <a:spLocks xmlns:a="http://schemas.openxmlformats.org/drawingml/2006/main" noGrp="1"/>
          </p:cNvSpPr>
          <p:nvPr/>
        </p:nvSpPr>
        <p:spPr>
          <a:xfrm xmlns:a="http://schemas.openxmlformats.org/drawingml/2006/main">
            <a:off x="8839200" y="3257550"/>
            <a:ext cx="2238375" cy="876300"/>
          </a:xfrm>
          <a:prstGeom xmlns:a="http://schemas.openxmlformats.org/drawingml/2006/main" prst="rect">
            <a:avLst/>
          </a:prstGeom>
          <a:solidFill xmlns:a="http://schemas.openxmlformats.org/drawingml/2006/main">
            <a:srgbClr val="10232D"/>
          </a:solidFill>
          <a:ln xmlns:a="http://schemas.openxmlformats.org/drawingml/2006/main" w="19050">
            <a:solidFill>
              <a:srgbClr val="F0BD76"/>
            </a:solidFill>
            <a:prstDash val="solid"/>
          </a:ln>
        </p:spPr>
      </p:sp>
      <p:sp>
        <p:nvSpPr>
          <p:cNvPr id="18" name="worker-label">
            <a:extLst xmlns:a="http://schemas.openxmlformats.org/drawingml/2006/main">
              <a:ext uri="{FF2B5EF4-FFF2-40B4-BE49-F238E27FC236}">
                <a16:creationId xmlns:a16="http://schemas.microsoft.com/office/drawing/2014/main" id="{9A6EE616-2FA8-4115-8799-F2D288C39A09}"/>
              </a:ext>
            </a:extLst>
          </p:cNvPr>
          <p:cNvSpPr>
            <a:spLocks xmlns:a="http://schemas.openxmlformats.org/drawingml/2006/main" noGrp="1"/>
          </p:cNvSpPr>
          <p:nvPr/>
        </p:nvSpPr>
        <p:spPr>
          <a:xfrm xmlns:a="http://schemas.openxmlformats.org/drawingml/2006/main">
            <a:off x="8991600" y="3333750"/>
            <a:ext cx="1943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434"/>
          </a:bodyPr>
          <a:lstStyle xmlns:a="http://schemas.openxmlformats.org/drawingml/2006/main">
            <a:defPPr algn="ctr">
              <a:defRPr sz="1650" b="1">
                <a:solidFill>
                  <a:srgbClr val="F2F0E8"/>
                </a:solidFill>
                <a:latin typeface="Arial"/>
                <a:ea typeface="Arial"/>
                <a:cs typeface="Arial"/>
              </a:defRPr>
            </a:defPPr>
            <a:lvl1pPr algn="ctr">
              <a:defRPr sz="1650" b="1">
                <a:solidFill>
                  <a:srgbClr val="F2F0E8"/>
                </a:solidFill>
                <a:latin typeface="Arial"/>
                <a:ea typeface="Arial"/>
                <a:cs typeface="Arial"/>
              </a:defRPr>
            </a:lvl1pPr>
            <a:lvl2pPr algn="ctr">
              <a:defRPr sz="1650" b="1">
                <a:solidFill>
                  <a:srgbClr val="F2F0E8"/>
                </a:solidFill>
                <a:latin typeface="Arial"/>
                <a:ea typeface="Arial"/>
                <a:cs typeface="Arial"/>
              </a:defRPr>
            </a:lvl2pPr>
            <a:lvl3pPr algn="ctr">
              <a:defRPr sz="1650" b="1">
                <a:solidFill>
                  <a:srgbClr val="F2F0E8"/>
                </a:solidFill>
                <a:latin typeface="Arial"/>
                <a:ea typeface="Arial"/>
                <a:cs typeface="Arial"/>
              </a:defRPr>
            </a:lvl3pPr>
            <a:lvl4pPr algn="ctr">
              <a:defRPr sz="1650" b="1">
                <a:solidFill>
                  <a:srgbClr val="F2F0E8"/>
                </a:solidFill>
                <a:latin typeface="Arial"/>
                <a:ea typeface="Arial"/>
                <a:cs typeface="Arial"/>
              </a:defRPr>
            </a:lvl4pPr>
            <a:lvl5pPr algn="ctr">
              <a:defRPr sz="1650" b="1">
                <a:solidFill>
                  <a:srgbClr val="F2F0E8"/>
                </a:solidFill>
                <a:latin typeface="Arial"/>
                <a:ea typeface="Arial"/>
                <a:cs typeface="Arial"/>
              </a:defRPr>
            </a:lvl5pPr>
            <a:lvl6pPr algn="ctr">
              <a:defRPr sz="1650" b="1">
                <a:solidFill>
                  <a:srgbClr val="F2F0E8"/>
                </a:solidFill>
                <a:latin typeface="Arial"/>
                <a:ea typeface="Arial"/>
                <a:cs typeface="Arial"/>
              </a:defRPr>
            </a:lvl6pPr>
            <a:lvl7pPr algn="ctr">
              <a:defRPr sz="1650" b="1">
                <a:solidFill>
                  <a:srgbClr val="F2F0E8"/>
                </a:solidFill>
                <a:latin typeface="Arial"/>
                <a:ea typeface="Arial"/>
                <a:cs typeface="Arial"/>
              </a:defRPr>
            </a:lvl7pPr>
            <a:lvl8pPr algn="ctr">
              <a:defRPr sz="1650" b="1">
                <a:solidFill>
                  <a:srgbClr val="F2F0E8"/>
                </a:solidFill>
                <a:latin typeface="Arial"/>
                <a:ea typeface="Arial"/>
                <a:cs typeface="Arial"/>
              </a:defRPr>
            </a:lvl8pPr>
            <a:lvl9pPr algn="ctr">
              <a:defRPr sz="1650" b="1">
                <a:solidFill>
                  <a:srgbClr val="F2F0E8"/>
                </a:solidFill>
                <a:latin typeface="Arial"/>
                <a:ea typeface="Arial"/>
                <a:cs typeface="Arial"/>
              </a:defRPr>
            </a:lvl9pPr>
          </a:lstStyle>
          <a:p xmlns:a="http://schemas.openxmlformats.org/drawingml/2006/main">
            <a:pPr algn="ctr">
              <a:defRPr sz="1650" b="1">
                <a:solidFill>
                  <a:srgbClr val="F2F0E8"/>
                </a:solidFill>
                <a:latin typeface="Arial"/>
                <a:ea typeface="Arial"/>
                <a:cs typeface="Arial"/>
              </a:defRPr>
            </a:pPr>
            <a:r>
              <a:rPr sz="1650" b="1">
                <a:solidFill>
                  <a:srgbClr val="F2F0E8"/>
                </a:solidFill>
                <a:latin typeface="Arial"/>
                <a:ea typeface="Arial"/>
                <a:cs typeface="Arial"/>
              </a:rPr>
              <a:t>Polling worker</a:t>
            </a:r>
          </a:p>
          <a:p xmlns:a="http://schemas.openxmlformats.org/drawingml/2006/main">
            <a:pPr algn="ctr">
              <a:defRPr sz="1650" b="1">
                <a:solidFill>
                  <a:srgbClr val="F2F0E8"/>
                </a:solidFill>
                <a:latin typeface="Arial"/>
                <a:ea typeface="Arial"/>
                <a:cs typeface="Arial"/>
              </a:defRPr>
            </a:pPr>
            <a:r>
              <a:rPr sz="1650" b="1">
                <a:solidFill>
                  <a:srgbClr val="F2F0E8"/>
                </a:solidFill>
                <a:latin typeface="Arial"/>
                <a:ea typeface="Arial"/>
                <a:cs typeface="Arial"/>
              </a:rPr>
              <a:t>leased task execution</a:t>
            </a:r>
          </a:p>
        </p:txBody>
      </p:sp>
      <p:sp>
        <p:nvSpPr>
          <p:cNvPr id="24" name="redis-note">
            <a:extLst xmlns:a="http://schemas.openxmlformats.org/drawingml/2006/main">
              <a:ext uri="{FF2B5EF4-FFF2-40B4-BE49-F238E27FC236}">
                <a16:creationId xmlns:a16="http://schemas.microsoft.com/office/drawing/2014/main" id="{6A0A1CA3-EAE8-481D-BAE9-BE143FFD9D85}"/>
              </a:ext>
            </a:extLst>
          </p:cNvPr>
          <p:cNvSpPr>
            <a:spLocks xmlns:a="http://schemas.openxmlformats.org/drawingml/2006/main" noGrp="1"/>
          </p:cNvSpPr>
          <p:nvPr/>
        </p:nvSpPr>
        <p:spPr>
          <a:xfrm xmlns:a="http://schemas.openxmlformats.org/drawingml/2006/main">
            <a:off x="704850" y="47910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8B7BC"/>
                </a:solidFill>
                <a:latin typeface="Arial"/>
                <a:ea typeface="Arial"/>
                <a:cs typeface="Arial"/>
              </a:defRPr>
            </a:defPPr>
            <a:lvl1pPr algn="l">
              <a:defRPr sz="1575" b="0">
                <a:solidFill>
                  <a:srgbClr val="A8B7BC"/>
                </a:solidFill>
                <a:latin typeface="Arial"/>
                <a:ea typeface="Arial"/>
                <a:cs typeface="Arial"/>
              </a:defRPr>
            </a:lvl1pPr>
            <a:lvl2pPr algn="l">
              <a:defRPr sz="1575" b="0">
                <a:solidFill>
                  <a:srgbClr val="A8B7BC"/>
                </a:solidFill>
                <a:latin typeface="Arial"/>
                <a:ea typeface="Arial"/>
                <a:cs typeface="Arial"/>
              </a:defRPr>
            </a:lvl2pPr>
            <a:lvl3pPr algn="l">
              <a:defRPr sz="1575" b="0">
                <a:solidFill>
                  <a:srgbClr val="A8B7BC"/>
                </a:solidFill>
                <a:latin typeface="Arial"/>
                <a:ea typeface="Arial"/>
                <a:cs typeface="Arial"/>
              </a:defRPr>
            </a:lvl3pPr>
            <a:lvl4pPr algn="l">
              <a:defRPr sz="1575" b="0">
                <a:solidFill>
                  <a:srgbClr val="A8B7BC"/>
                </a:solidFill>
                <a:latin typeface="Arial"/>
                <a:ea typeface="Arial"/>
                <a:cs typeface="Arial"/>
              </a:defRPr>
            </a:lvl4pPr>
            <a:lvl5pPr algn="l">
              <a:defRPr sz="1575" b="0">
                <a:solidFill>
                  <a:srgbClr val="A8B7BC"/>
                </a:solidFill>
                <a:latin typeface="Arial"/>
                <a:ea typeface="Arial"/>
                <a:cs typeface="Arial"/>
              </a:defRPr>
            </a:lvl5pPr>
            <a:lvl6pPr algn="l">
              <a:defRPr sz="1575" b="0">
                <a:solidFill>
                  <a:srgbClr val="A8B7BC"/>
                </a:solidFill>
                <a:latin typeface="Arial"/>
                <a:ea typeface="Arial"/>
                <a:cs typeface="Arial"/>
              </a:defRPr>
            </a:lvl6pPr>
            <a:lvl7pPr algn="l">
              <a:defRPr sz="1575" b="0">
                <a:solidFill>
                  <a:srgbClr val="A8B7BC"/>
                </a:solidFill>
                <a:latin typeface="Arial"/>
                <a:ea typeface="Arial"/>
                <a:cs typeface="Arial"/>
              </a:defRPr>
            </a:lvl7pPr>
            <a:lvl8pPr algn="l">
              <a:defRPr sz="1575" b="0">
                <a:solidFill>
                  <a:srgbClr val="A8B7BC"/>
                </a:solidFill>
                <a:latin typeface="Arial"/>
                <a:ea typeface="Arial"/>
                <a:cs typeface="Arial"/>
              </a:defRPr>
            </a:lvl8pPr>
            <a:lvl9pPr algn="l">
              <a:defRPr sz="1575" b="0">
                <a:solidFill>
                  <a:srgbClr val="A8B7BC"/>
                </a:solidFill>
                <a:latin typeface="Arial"/>
                <a:ea typeface="Arial"/>
                <a:cs typeface="Arial"/>
              </a:defRPr>
            </a:lvl9pPr>
          </a:lstStyle>
          <a:p xmlns:a="http://schemas.openxmlformats.org/drawingml/2006/main">
            <a:pPr algn="l">
              <a:defRPr sz="1575" b="0">
                <a:solidFill>
                  <a:srgbClr val="A8B7BC"/>
                </a:solidFill>
                <a:latin typeface="Arial"/>
                <a:ea typeface="Arial"/>
                <a:cs typeface="Arial"/>
              </a:defRPr>
            </a:pPr>
            <a:r>
              <a:rPr sz="1575" b="0">
                <a:solidFill>
                  <a:srgbClr val="A8B7BC"/>
                </a:solidFill>
                <a:latin typeface="Arial"/>
                <a:ea typeface="Arial"/>
                <a:cs typeface="Arial"/>
              </a:rPr>
              <a:t>Redis is provisioned for future use; dispatch currently reads and writes PostgreSQL.</a:t>
            </a:r>
          </a:p>
        </p:txBody>
      </p:sp>
      <p:sp>
        <p:nvSpPr>
          <p:cNvPr id="25" name="security-note">
            <a:extLst xmlns:a="http://schemas.openxmlformats.org/drawingml/2006/main">
              <a:ext uri="{FF2B5EF4-FFF2-40B4-BE49-F238E27FC236}">
                <a16:creationId xmlns:a16="http://schemas.microsoft.com/office/drawing/2014/main" id="{BBEC9CBE-0758-4386-85C8-814ED322D854}"/>
              </a:ext>
            </a:extLst>
          </p:cNvPr>
          <p:cNvSpPr>
            <a:spLocks xmlns:a="http://schemas.openxmlformats.org/drawingml/2006/main" noGrp="1"/>
          </p:cNvSpPr>
          <p:nvPr/>
        </p:nvSpPr>
        <p:spPr>
          <a:xfrm xmlns:a="http://schemas.openxmlformats.org/drawingml/2006/main">
            <a:off x="704850" y="53340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70C9BC"/>
                </a:solidFill>
                <a:latin typeface="Arial"/>
                <a:ea typeface="Arial"/>
                <a:cs typeface="Arial"/>
              </a:defRPr>
            </a:defPPr>
            <a:lvl1pPr algn="l">
              <a:defRPr sz="1575" b="1">
                <a:solidFill>
                  <a:srgbClr val="70C9BC"/>
                </a:solidFill>
                <a:latin typeface="Arial"/>
                <a:ea typeface="Arial"/>
                <a:cs typeface="Arial"/>
              </a:defRPr>
            </a:lvl1pPr>
            <a:lvl2pPr algn="l">
              <a:defRPr sz="1575" b="1">
                <a:solidFill>
                  <a:srgbClr val="70C9BC"/>
                </a:solidFill>
                <a:latin typeface="Arial"/>
                <a:ea typeface="Arial"/>
                <a:cs typeface="Arial"/>
              </a:defRPr>
            </a:lvl2pPr>
            <a:lvl3pPr algn="l">
              <a:defRPr sz="1575" b="1">
                <a:solidFill>
                  <a:srgbClr val="70C9BC"/>
                </a:solidFill>
                <a:latin typeface="Arial"/>
                <a:ea typeface="Arial"/>
                <a:cs typeface="Arial"/>
              </a:defRPr>
            </a:lvl3pPr>
            <a:lvl4pPr algn="l">
              <a:defRPr sz="1575" b="1">
                <a:solidFill>
                  <a:srgbClr val="70C9BC"/>
                </a:solidFill>
                <a:latin typeface="Arial"/>
                <a:ea typeface="Arial"/>
                <a:cs typeface="Arial"/>
              </a:defRPr>
            </a:lvl4pPr>
            <a:lvl5pPr algn="l">
              <a:defRPr sz="1575" b="1">
                <a:solidFill>
                  <a:srgbClr val="70C9BC"/>
                </a:solidFill>
                <a:latin typeface="Arial"/>
                <a:ea typeface="Arial"/>
                <a:cs typeface="Arial"/>
              </a:defRPr>
            </a:lvl5pPr>
            <a:lvl6pPr algn="l">
              <a:defRPr sz="1575" b="1">
                <a:solidFill>
                  <a:srgbClr val="70C9BC"/>
                </a:solidFill>
                <a:latin typeface="Arial"/>
                <a:ea typeface="Arial"/>
                <a:cs typeface="Arial"/>
              </a:defRPr>
            </a:lvl6pPr>
            <a:lvl7pPr algn="l">
              <a:defRPr sz="1575" b="1">
                <a:solidFill>
                  <a:srgbClr val="70C9BC"/>
                </a:solidFill>
                <a:latin typeface="Arial"/>
                <a:ea typeface="Arial"/>
                <a:cs typeface="Arial"/>
              </a:defRPr>
            </a:lvl7pPr>
            <a:lvl8pPr algn="l">
              <a:defRPr sz="1575" b="1">
                <a:solidFill>
                  <a:srgbClr val="70C9BC"/>
                </a:solidFill>
                <a:latin typeface="Arial"/>
                <a:ea typeface="Arial"/>
                <a:cs typeface="Arial"/>
              </a:defRPr>
            </a:lvl8pPr>
            <a:lvl9pPr algn="l">
              <a:defRPr sz="1575" b="1">
                <a:solidFill>
                  <a:srgbClr val="70C9BC"/>
                </a:solidFill>
                <a:latin typeface="Arial"/>
                <a:ea typeface="Arial"/>
                <a:cs typeface="Arial"/>
              </a:defRPr>
            </a:lvl9pPr>
          </a:lstStyle>
          <a:p xmlns:a="http://schemas.openxmlformats.org/drawingml/2006/main">
            <a:pPr algn="l">
              <a:defRPr sz="1575" b="1">
                <a:solidFill>
                  <a:srgbClr val="70C9BC"/>
                </a:solidFill>
                <a:latin typeface="Arial"/>
                <a:ea typeface="Arial"/>
                <a:cs typeface="Arial"/>
              </a:defRPr>
            </a:pPr>
            <a:r>
              <a:rPr sz="1575" b="1">
                <a:solidFill>
                  <a:srgbClr val="70C9BC"/>
                </a:solidFill>
                <a:latin typeface="Arial"/>
                <a:ea typeface="Arial"/>
                <a:cs typeface="Arial"/>
              </a:rPr>
              <a:t>Production ingress: Caddy only. API, database and frontend ports stay private.</a:t>
            </a:r>
          </a:p>
        </p:txBody>
      </p:sp>
    </p:spTree>
    <p:extLst>
      <p:ext uri="{BB962C8B-B14F-4D97-AF65-F5344CB8AC3E}">
        <p14:creationId xmlns:p14="http://schemas.microsoft.com/office/powerpoint/2010/main" val="1774745242"/>
      </p:ext>
    </p:extLst>
  </p:cSld>
</p:sld>
</file>

<file path=ppt/slides/slide4.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33" name="section-4">
            <a:extLst xmlns:a="http://schemas.openxmlformats.org/drawingml/2006/main">
              <a:ext uri="{FF2B5EF4-FFF2-40B4-BE49-F238E27FC236}">
                <a16:creationId xmlns:a16="http://schemas.microsoft.com/office/drawing/2014/main" id="{0324D09B-FDC7-48B5-AA09-F358AAA37950}"/>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EXECUTION</a:t>
            </a:r>
          </a:p>
        </p:txBody>
      </p:sp>
      <p:sp>
        <p:nvSpPr>
          <p:cNvPr id="2" name="title-4">
            <a:extLst xmlns:a="http://schemas.openxmlformats.org/drawingml/2006/main">
              <a:ext uri="{FF2B5EF4-FFF2-40B4-BE49-F238E27FC236}">
                <a16:creationId xmlns:a16="http://schemas.microsoft.com/office/drawing/2014/main" id="{C14D56BE-7AE5-4599-A02D-23DC345ABAF3}"/>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A task moves through a persisted, fenced lifecycle</a:t>
            </a:r>
          </a:p>
        </p:txBody>
      </p:sp>
      <p:sp>
        <p:nvSpPr>
          <p:cNvPr id="3" name="title-rule-4">
            <a:extLst xmlns:a="http://schemas.openxmlformats.org/drawingml/2006/main">
              <a:ext uri="{FF2B5EF4-FFF2-40B4-BE49-F238E27FC236}">
                <a16:creationId xmlns:a16="http://schemas.microsoft.com/office/drawing/2014/main" id="{4547FB29-2C00-46A1-BEC1-BD245150F96C}"/>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4">
            <a:extLst xmlns:a="http://schemas.openxmlformats.org/drawingml/2006/main">
              <a:ext uri="{FF2B5EF4-FFF2-40B4-BE49-F238E27FC236}">
                <a16:creationId xmlns:a16="http://schemas.microsoft.com/office/drawing/2014/main" id="{089E9DDC-011E-459B-B682-6C85AEABE97D}"/>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4">
            <a:extLst xmlns:a="http://schemas.openxmlformats.org/drawingml/2006/main">
              <a:ext uri="{FF2B5EF4-FFF2-40B4-BE49-F238E27FC236}">
                <a16:creationId xmlns:a16="http://schemas.microsoft.com/office/drawing/2014/main" id="{C31EED90-AA74-4FB4-AC2D-E1C49AB564D2}"/>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4">
            <a:extLst xmlns:a="http://schemas.openxmlformats.org/drawingml/2006/main">
              <a:ext uri="{FF2B5EF4-FFF2-40B4-BE49-F238E27FC236}">
                <a16:creationId xmlns:a16="http://schemas.microsoft.com/office/drawing/2014/main" id="{1D6BA89C-E3D3-4015-AD21-49FD9F492C54}"/>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04</a:t>
            </a:r>
          </a:p>
        </p:txBody>
      </p:sp>
      <p:sp>
        <p:nvSpPr>
          <p:cNvPr id="7" name="lifecycle-line">
            <a:extLst xmlns:a="http://schemas.openxmlformats.org/drawingml/2006/main">
              <a:ext uri="{FF2B5EF4-FFF2-40B4-BE49-F238E27FC236}">
                <a16:creationId xmlns:a16="http://schemas.microsoft.com/office/drawing/2014/main" id="{F38A2241-9CBB-45F0-9B1B-00C432498B1E}"/>
              </a:ext>
            </a:extLst>
          </p:cNvPr>
          <p:cNvSpPr>
            <a:spLocks xmlns:a="http://schemas.openxmlformats.org/drawingml/2006/main" noGrp="1"/>
          </p:cNvSpPr>
          <p:nvPr/>
        </p:nvSpPr>
        <p:spPr>
          <a:xfrm xmlns:a="http://schemas.openxmlformats.org/drawingml/2006/main">
            <a:off x="1047750" y="2667000"/>
            <a:ext cx="10048875" cy="0"/>
          </a:xfrm>
          <a:prstGeom xmlns:a="http://schemas.openxmlformats.org/drawingml/2006/main" prst="line">
            <a:avLst/>
          </a:prstGeom>
          <a:noFill xmlns:a="http://schemas.openxmlformats.org/drawingml/2006/main"/>
          <a:ln xmlns:a="http://schemas.openxmlformats.org/drawingml/2006/main" w="28575">
            <a:solidFill>
              <a:srgbClr val="35505B"/>
            </a:solidFill>
            <a:prstDash val="solid"/>
          </a:ln>
        </p:spPr>
      </p:sp>
      <p:sp>
        <p:nvSpPr>
          <p:cNvPr id="8" name="step-dot-0">
            <a:extLst xmlns:a="http://schemas.openxmlformats.org/drawingml/2006/main">
              <a:ext uri="{FF2B5EF4-FFF2-40B4-BE49-F238E27FC236}">
                <a16:creationId xmlns:a16="http://schemas.microsoft.com/office/drawing/2014/main" id="{C8ABEBA6-70E7-4905-B7DC-629A69233E4E}"/>
              </a:ext>
            </a:extLst>
          </p:cNvPr>
          <p:cNvSpPr>
            <a:spLocks xmlns:a="http://schemas.openxmlformats.org/drawingml/2006/main" noGrp="1"/>
          </p:cNvSpPr>
          <p:nvPr/>
        </p:nvSpPr>
        <p:spPr>
          <a:xfrm xmlns:a="http://schemas.openxmlformats.org/drawingml/2006/main">
            <a:off x="742950" y="2362200"/>
            <a:ext cx="609600" cy="609600"/>
          </a:xfrm>
          <a:prstGeom xmlns:a="http://schemas.openxmlformats.org/drawingml/2006/main" prst="ellipse">
            <a:avLst/>
          </a:prstGeom>
          <a:solidFill xmlns:a="http://schemas.openxmlformats.org/drawingml/2006/main">
            <a:srgbClr val="70C9BC"/>
          </a:solidFill>
          <a:ln xmlns:a="http://schemas.openxmlformats.org/drawingml/2006/main" w="0">
            <a:noFill/>
            <a:prstDash val="solid"/>
          </a:ln>
        </p:spPr>
      </p:sp>
      <p:sp>
        <p:nvSpPr>
          <p:cNvPr id="9" name="step-number-0">
            <a:extLst xmlns:a="http://schemas.openxmlformats.org/drawingml/2006/main">
              <a:ext uri="{FF2B5EF4-FFF2-40B4-BE49-F238E27FC236}">
                <a16:creationId xmlns:a16="http://schemas.microsoft.com/office/drawing/2014/main" id="{1F28B06B-00A4-4FC7-90F4-28D9D96951AB}"/>
              </a:ext>
            </a:extLst>
          </p:cNvPr>
          <p:cNvSpPr>
            <a:spLocks xmlns:a="http://schemas.openxmlformats.org/drawingml/2006/main" noGrp="1"/>
          </p:cNvSpPr>
          <p:nvPr/>
        </p:nvSpPr>
        <p:spPr>
          <a:xfrm xmlns:a="http://schemas.openxmlformats.org/drawingml/2006/main">
            <a:off x="742950" y="24955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0B1720"/>
                </a:solidFill>
                <a:latin typeface="Arial"/>
                <a:ea typeface="Arial"/>
                <a:cs typeface="Arial"/>
              </a:defRPr>
            </a:defPPr>
            <a:lvl1pPr algn="ctr">
              <a:defRPr sz="1500" b="1">
                <a:solidFill>
                  <a:srgbClr val="0B1720"/>
                </a:solidFill>
                <a:latin typeface="Arial"/>
                <a:ea typeface="Arial"/>
                <a:cs typeface="Arial"/>
              </a:defRPr>
            </a:lvl1pPr>
            <a:lvl2pPr algn="ctr">
              <a:defRPr sz="1500" b="1">
                <a:solidFill>
                  <a:srgbClr val="0B1720"/>
                </a:solidFill>
                <a:latin typeface="Arial"/>
                <a:ea typeface="Arial"/>
                <a:cs typeface="Arial"/>
              </a:defRPr>
            </a:lvl2pPr>
            <a:lvl3pPr algn="ctr">
              <a:defRPr sz="1500" b="1">
                <a:solidFill>
                  <a:srgbClr val="0B1720"/>
                </a:solidFill>
                <a:latin typeface="Arial"/>
                <a:ea typeface="Arial"/>
                <a:cs typeface="Arial"/>
              </a:defRPr>
            </a:lvl3pPr>
            <a:lvl4pPr algn="ctr">
              <a:defRPr sz="1500" b="1">
                <a:solidFill>
                  <a:srgbClr val="0B1720"/>
                </a:solidFill>
                <a:latin typeface="Arial"/>
                <a:ea typeface="Arial"/>
                <a:cs typeface="Arial"/>
              </a:defRPr>
            </a:lvl4pPr>
            <a:lvl5pPr algn="ctr">
              <a:defRPr sz="1500" b="1">
                <a:solidFill>
                  <a:srgbClr val="0B1720"/>
                </a:solidFill>
                <a:latin typeface="Arial"/>
                <a:ea typeface="Arial"/>
                <a:cs typeface="Arial"/>
              </a:defRPr>
            </a:lvl5pPr>
            <a:lvl6pPr algn="ctr">
              <a:defRPr sz="1500" b="1">
                <a:solidFill>
                  <a:srgbClr val="0B1720"/>
                </a:solidFill>
                <a:latin typeface="Arial"/>
                <a:ea typeface="Arial"/>
                <a:cs typeface="Arial"/>
              </a:defRPr>
            </a:lvl6pPr>
            <a:lvl7pPr algn="ctr">
              <a:defRPr sz="1500" b="1">
                <a:solidFill>
                  <a:srgbClr val="0B1720"/>
                </a:solidFill>
                <a:latin typeface="Arial"/>
                <a:ea typeface="Arial"/>
                <a:cs typeface="Arial"/>
              </a:defRPr>
            </a:lvl7pPr>
            <a:lvl8pPr algn="ctr">
              <a:defRPr sz="1500" b="1">
                <a:solidFill>
                  <a:srgbClr val="0B1720"/>
                </a:solidFill>
                <a:latin typeface="Arial"/>
                <a:ea typeface="Arial"/>
                <a:cs typeface="Arial"/>
              </a:defRPr>
            </a:lvl8pPr>
            <a:lvl9pPr algn="ctr">
              <a:defRPr sz="1500" b="1">
                <a:solidFill>
                  <a:srgbClr val="0B1720"/>
                </a:solidFill>
                <a:latin typeface="Arial"/>
                <a:ea typeface="Arial"/>
                <a:cs typeface="Arial"/>
              </a:defRPr>
            </a:lvl9pPr>
          </a:lstStyle>
          <a:p xmlns:a="http://schemas.openxmlformats.org/drawingml/2006/main">
            <a:pPr algn="ctr">
              <a:defRPr sz="1500" b="1">
                <a:solidFill>
                  <a:srgbClr val="0B1720"/>
                </a:solidFill>
                <a:latin typeface="Arial"/>
                <a:ea typeface="Arial"/>
                <a:cs typeface="Arial"/>
              </a:defRPr>
            </a:pPr>
            <a:r>
              <a:rPr sz="1500" b="1">
                <a:solidFill>
                  <a:srgbClr val="0B1720"/>
                </a:solidFill>
                <a:latin typeface="Arial"/>
                <a:ea typeface="Arial"/>
                <a:cs typeface="Arial"/>
              </a:rPr>
              <a:t>01</a:t>
            </a:r>
          </a:p>
        </p:txBody>
      </p:sp>
      <p:sp>
        <p:nvSpPr>
          <p:cNvPr id="10" name="step-heading-0">
            <a:extLst xmlns:a="http://schemas.openxmlformats.org/drawingml/2006/main">
              <a:ext uri="{FF2B5EF4-FFF2-40B4-BE49-F238E27FC236}">
                <a16:creationId xmlns:a16="http://schemas.microsoft.com/office/drawing/2014/main" id="{32B8AA24-7870-49A7-9BEB-5DB7B11BEA79}"/>
              </a:ext>
            </a:extLst>
          </p:cNvPr>
          <p:cNvSpPr>
            <a:spLocks xmlns:a="http://schemas.openxmlformats.org/drawingml/2006/main" noGrp="1"/>
          </p:cNvSpPr>
          <p:nvPr/>
        </p:nvSpPr>
        <p:spPr>
          <a:xfrm xmlns:a="http://schemas.openxmlformats.org/drawingml/2006/main">
            <a:off x="504825" y="32385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Validate</a:t>
            </a:r>
          </a:p>
        </p:txBody>
      </p:sp>
      <p:sp>
        <p:nvSpPr>
          <p:cNvPr id="11" name="step-body-0">
            <a:extLst xmlns:a="http://schemas.openxmlformats.org/drawingml/2006/main">
              <a:ext uri="{FF2B5EF4-FFF2-40B4-BE49-F238E27FC236}">
                <a16:creationId xmlns:a16="http://schemas.microsoft.com/office/drawing/2014/main" id="{0260845D-95F4-4A64-97FD-33C2B7FA184B}"/>
              </a:ext>
            </a:extLst>
          </p:cNvPr>
          <p:cNvSpPr>
            <a:spLocks xmlns:a="http://schemas.openxmlformats.org/drawingml/2006/main" noGrp="1"/>
          </p:cNvSpPr>
          <p:nvPr/>
        </p:nvSpPr>
        <p:spPr>
          <a:xfrm xmlns:a="http://schemas.openxmlformats.org/drawingml/2006/main">
            <a:off x="409575" y="369570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A8B7BC"/>
                </a:solidFill>
                <a:latin typeface="Arial"/>
                <a:ea typeface="Arial"/>
                <a:cs typeface="Arial"/>
              </a:defRPr>
            </a:defPPr>
            <a:lvl1pPr algn="ctr">
              <a:defRPr sz="1575" b="0">
                <a:solidFill>
                  <a:srgbClr val="A8B7BC"/>
                </a:solidFill>
                <a:latin typeface="Arial"/>
                <a:ea typeface="Arial"/>
                <a:cs typeface="Arial"/>
              </a:defRPr>
            </a:lvl1pPr>
            <a:lvl2pPr algn="ctr">
              <a:defRPr sz="1575" b="0">
                <a:solidFill>
                  <a:srgbClr val="A8B7BC"/>
                </a:solidFill>
                <a:latin typeface="Arial"/>
                <a:ea typeface="Arial"/>
                <a:cs typeface="Arial"/>
              </a:defRPr>
            </a:lvl2pPr>
            <a:lvl3pPr algn="ctr">
              <a:defRPr sz="1575" b="0">
                <a:solidFill>
                  <a:srgbClr val="A8B7BC"/>
                </a:solidFill>
                <a:latin typeface="Arial"/>
                <a:ea typeface="Arial"/>
                <a:cs typeface="Arial"/>
              </a:defRPr>
            </a:lvl3pPr>
            <a:lvl4pPr algn="ctr">
              <a:defRPr sz="1575" b="0">
                <a:solidFill>
                  <a:srgbClr val="A8B7BC"/>
                </a:solidFill>
                <a:latin typeface="Arial"/>
                <a:ea typeface="Arial"/>
                <a:cs typeface="Arial"/>
              </a:defRPr>
            </a:lvl4pPr>
            <a:lvl5pPr algn="ctr">
              <a:defRPr sz="1575" b="0">
                <a:solidFill>
                  <a:srgbClr val="A8B7BC"/>
                </a:solidFill>
                <a:latin typeface="Arial"/>
                <a:ea typeface="Arial"/>
                <a:cs typeface="Arial"/>
              </a:defRPr>
            </a:lvl5pPr>
            <a:lvl6pPr algn="ctr">
              <a:defRPr sz="1575" b="0">
                <a:solidFill>
                  <a:srgbClr val="A8B7BC"/>
                </a:solidFill>
                <a:latin typeface="Arial"/>
                <a:ea typeface="Arial"/>
                <a:cs typeface="Arial"/>
              </a:defRPr>
            </a:lvl6pPr>
            <a:lvl7pPr algn="ctr">
              <a:defRPr sz="1575" b="0">
                <a:solidFill>
                  <a:srgbClr val="A8B7BC"/>
                </a:solidFill>
                <a:latin typeface="Arial"/>
                <a:ea typeface="Arial"/>
                <a:cs typeface="Arial"/>
              </a:defRPr>
            </a:lvl7pPr>
            <a:lvl8pPr algn="ctr">
              <a:defRPr sz="1575" b="0">
                <a:solidFill>
                  <a:srgbClr val="A8B7BC"/>
                </a:solidFill>
                <a:latin typeface="Arial"/>
                <a:ea typeface="Arial"/>
                <a:cs typeface="Arial"/>
              </a:defRPr>
            </a:lvl8pPr>
            <a:lvl9pPr algn="ctr">
              <a:defRPr sz="1575" b="0">
                <a:solidFill>
                  <a:srgbClr val="A8B7BC"/>
                </a:solidFill>
                <a:latin typeface="Arial"/>
                <a:ea typeface="Arial"/>
                <a:cs typeface="Arial"/>
              </a:defRPr>
            </a:lvl9pPr>
          </a:lstStyle>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Typed DAG and</a:t>
            </a:r>
          </a:p>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capability checks</a:t>
            </a:r>
          </a:p>
        </p:txBody>
      </p:sp>
      <p:sp>
        <p:nvSpPr>
          <p:cNvPr id="12" name="step-dot-1">
            <a:extLst xmlns:a="http://schemas.openxmlformats.org/drawingml/2006/main">
              <a:ext uri="{FF2B5EF4-FFF2-40B4-BE49-F238E27FC236}">
                <a16:creationId xmlns:a16="http://schemas.microsoft.com/office/drawing/2014/main" id="{D9EECF55-B478-4354-9D12-AA76A45E728B}"/>
              </a:ext>
            </a:extLst>
          </p:cNvPr>
          <p:cNvSpPr>
            <a:spLocks xmlns:a="http://schemas.openxmlformats.org/drawingml/2006/main" noGrp="1"/>
          </p:cNvSpPr>
          <p:nvPr/>
        </p:nvSpPr>
        <p:spPr>
          <a:xfrm xmlns:a="http://schemas.openxmlformats.org/drawingml/2006/main">
            <a:off x="2638425" y="2362200"/>
            <a:ext cx="609600" cy="609600"/>
          </a:xfrm>
          <a:prstGeom xmlns:a="http://schemas.openxmlformats.org/drawingml/2006/main" prst="ellipse">
            <a:avLst/>
          </a:prstGeom>
          <a:solidFill xmlns:a="http://schemas.openxmlformats.org/drawingml/2006/main">
            <a:srgbClr val="70C9BC"/>
          </a:solidFill>
          <a:ln xmlns:a="http://schemas.openxmlformats.org/drawingml/2006/main" w="0">
            <a:noFill/>
            <a:prstDash val="solid"/>
          </a:ln>
        </p:spPr>
      </p:sp>
      <p:sp>
        <p:nvSpPr>
          <p:cNvPr id="13" name="step-number-1">
            <a:extLst xmlns:a="http://schemas.openxmlformats.org/drawingml/2006/main">
              <a:ext uri="{FF2B5EF4-FFF2-40B4-BE49-F238E27FC236}">
                <a16:creationId xmlns:a16="http://schemas.microsoft.com/office/drawing/2014/main" id="{CCA4AEE8-FCC5-43BF-A9B2-F516B4FD0C2C}"/>
              </a:ext>
            </a:extLst>
          </p:cNvPr>
          <p:cNvSpPr>
            <a:spLocks xmlns:a="http://schemas.openxmlformats.org/drawingml/2006/main" noGrp="1"/>
          </p:cNvSpPr>
          <p:nvPr/>
        </p:nvSpPr>
        <p:spPr>
          <a:xfrm xmlns:a="http://schemas.openxmlformats.org/drawingml/2006/main">
            <a:off x="2638425" y="24955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0B1720"/>
                </a:solidFill>
                <a:latin typeface="Arial"/>
                <a:ea typeface="Arial"/>
                <a:cs typeface="Arial"/>
              </a:defRPr>
            </a:defPPr>
            <a:lvl1pPr algn="ctr">
              <a:defRPr sz="1500" b="1">
                <a:solidFill>
                  <a:srgbClr val="0B1720"/>
                </a:solidFill>
                <a:latin typeface="Arial"/>
                <a:ea typeface="Arial"/>
                <a:cs typeface="Arial"/>
              </a:defRPr>
            </a:lvl1pPr>
            <a:lvl2pPr algn="ctr">
              <a:defRPr sz="1500" b="1">
                <a:solidFill>
                  <a:srgbClr val="0B1720"/>
                </a:solidFill>
                <a:latin typeface="Arial"/>
                <a:ea typeface="Arial"/>
                <a:cs typeface="Arial"/>
              </a:defRPr>
            </a:lvl2pPr>
            <a:lvl3pPr algn="ctr">
              <a:defRPr sz="1500" b="1">
                <a:solidFill>
                  <a:srgbClr val="0B1720"/>
                </a:solidFill>
                <a:latin typeface="Arial"/>
                <a:ea typeface="Arial"/>
                <a:cs typeface="Arial"/>
              </a:defRPr>
            </a:lvl3pPr>
            <a:lvl4pPr algn="ctr">
              <a:defRPr sz="1500" b="1">
                <a:solidFill>
                  <a:srgbClr val="0B1720"/>
                </a:solidFill>
                <a:latin typeface="Arial"/>
                <a:ea typeface="Arial"/>
                <a:cs typeface="Arial"/>
              </a:defRPr>
            </a:lvl4pPr>
            <a:lvl5pPr algn="ctr">
              <a:defRPr sz="1500" b="1">
                <a:solidFill>
                  <a:srgbClr val="0B1720"/>
                </a:solidFill>
                <a:latin typeface="Arial"/>
                <a:ea typeface="Arial"/>
                <a:cs typeface="Arial"/>
              </a:defRPr>
            </a:lvl5pPr>
            <a:lvl6pPr algn="ctr">
              <a:defRPr sz="1500" b="1">
                <a:solidFill>
                  <a:srgbClr val="0B1720"/>
                </a:solidFill>
                <a:latin typeface="Arial"/>
                <a:ea typeface="Arial"/>
                <a:cs typeface="Arial"/>
              </a:defRPr>
            </a:lvl6pPr>
            <a:lvl7pPr algn="ctr">
              <a:defRPr sz="1500" b="1">
                <a:solidFill>
                  <a:srgbClr val="0B1720"/>
                </a:solidFill>
                <a:latin typeface="Arial"/>
                <a:ea typeface="Arial"/>
                <a:cs typeface="Arial"/>
              </a:defRPr>
            </a:lvl7pPr>
            <a:lvl8pPr algn="ctr">
              <a:defRPr sz="1500" b="1">
                <a:solidFill>
                  <a:srgbClr val="0B1720"/>
                </a:solidFill>
                <a:latin typeface="Arial"/>
                <a:ea typeface="Arial"/>
                <a:cs typeface="Arial"/>
              </a:defRPr>
            </a:lvl8pPr>
            <a:lvl9pPr algn="ctr">
              <a:defRPr sz="1500" b="1">
                <a:solidFill>
                  <a:srgbClr val="0B1720"/>
                </a:solidFill>
                <a:latin typeface="Arial"/>
                <a:ea typeface="Arial"/>
                <a:cs typeface="Arial"/>
              </a:defRPr>
            </a:lvl9pPr>
          </a:lstStyle>
          <a:p xmlns:a="http://schemas.openxmlformats.org/drawingml/2006/main">
            <a:pPr algn="ctr">
              <a:defRPr sz="1500" b="1">
                <a:solidFill>
                  <a:srgbClr val="0B1720"/>
                </a:solidFill>
                <a:latin typeface="Arial"/>
                <a:ea typeface="Arial"/>
                <a:cs typeface="Arial"/>
              </a:defRPr>
            </a:pPr>
            <a:r>
              <a:rPr sz="1500" b="1">
                <a:solidFill>
                  <a:srgbClr val="0B1720"/>
                </a:solidFill>
                <a:latin typeface="Arial"/>
                <a:ea typeface="Arial"/>
                <a:cs typeface="Arial"/>
              </a:rPr>
              <a:t>02</a:t>
            </a:r>
          </a:p>
        </p:txBody>
      </p:sp>
      <p:sp>
        <p:nvSpPr>
          <p:cNvPr id="14" name="step-heading-1">
            <a:extLst xmlns:a="http://schemas.openxmlformats.org/drawingml/2006/main">
              <a:ext uri="{FF2B5EF4-FFF2-40B4-BE49-F238E27FC236}">
                <a16:creationId xmlns:a16="http://schemas.microsoft.com/office/drawing/2014/main" id="{2E58732B-7CD9-4A57-90C0-5B1786746595}"/>
              </a:ext>
            </a:extLst>
          </p:cNvPr>
          <p:cNvSpPr>
            <a:spLocks xmlns:a="http://schemas.openxmlformats.org/drawingml/2006/main" noGrp="1"/>
          </p:cNvSpPr>
          <p:nvPr/>
        </p:nvSpPr>
        <p:spPr>
          <a:xfrm xmlns:a="http://schemas.openxmlformats.org/drawingml/2006/main">
            <a:off x="2400300" y="32385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Persist</a:t>
            </a:r>
          </a:p>
        </p:txBody>
      </p:sp>
      <p:sp>
        <p:nvSpPr>
          <p:cNvPr id="15" name="step-body-1">
            <a:extLst xmlns:a="http://schemas.openxmlformats.org/drawingml/2006/main">
              <a:ext uri="{FF2B5EF4-FFF2-40B4-BE49-F238E27FC236}">
                <a16:creationId xmlns:a16="http://schemas.microsoft.com/office/drawing/2014/main" id="{009E402B-9B58-4EAE-9DCD-1CFBDC79285F}"/>
              </a:ext>
            </a:extLst>
          </p:cNvPr>
          <p:cNvSpPr>
            <a:spLocks xmlns:a="http://schemas.openxmlformats.org/drawingml/2006/main" noGrp="1"/>
          </p:cNvSpPr>
          <p:nvPr/>
        </p:nvSpPr>
        <p:spPr>
          <a:xfrm xmlns:a="http://schemas.openxmlformats.org/drawingml/2006/main">
            <a:off x="2305050" y="369570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17"/>
          </a:bodyPr>
          <a:lstStyle xmlns:a="http://schemas.openxmlformats.org/drawingml/2006/main">
            <a:defPPr algn="ctr">
              <a:defRPr sz="1575" b="0">
                <a:solidFill>
                  <a:srgbClr val="A8B7BC"/>
                </a:solidFill>
                <a:latin typeface="Arial"/>
                <a:ea typeface="Arial"/>
                <a:cs typeface="Arial"/>
              </a:defRPr>
            </a:defPPr>
            <a:lvl1pPr algn="ctr">
              <a:defRPr sz="1575" b="0">
                <a:solidFill>
                  <a:srgbClr val="A8B7BC"/>
                </a:solidFill>
                <a:latin typeface="Arial"/>
                <a:ea typeface="Arial"/>
                <a:cs typeface="Arial"/>
              </a:defRPr>
            </a:lvl1pPr>
            <a:lvl2pPr algn="ctr">
              <a:defRPr sz="1575" b="0">
                <a:solidFill>
                  <a:srgbClr val="A8B7BC"/>
                </a:solidFill>
                <a:latin typeface="Arial"/>
                <a:ea typeface="Arial"/>
                <a:cs typeface="Arial"/>
              </a:defRPr>
            </a:lvl2pPr>
            <a:lvl3pPr algn="ctr">
              <a:defRPr sz="1575" b="0">
                <a:solidFill>
                  <a:srgbClr val="A8B7BC"/>
                </a:solidFill>
                <a:latin typeface="Arial"/>
                <a:ea typeface="Arial"/>
                <a:cs typeface="Arial"/>
              </a:defRPr>
            </a:lvl3pPr>
            <a:lvl4pPr algn="ctr">
              <a:defRPr sz="1575" b="0">
                <a:solidFill>
                  <a:srgbClr val="A8B7BC"/>
                </a:solidFill>
                <a:latin typeface="Arial"/>
                <a:ea typeface="Arial"/>
                <a:cs typeface="Arial"/>
              </a:defRPr>
            </a:lvl4pPr>
            <a:lvl5pPr algn="ctr">
              <a:defRPr sz="1575" b="0">
                <a:solidFill>
                  <a:srgbClr val="A8B7BC"/>
                </a:solidFill>
                <a:latin typeface="Arial"/>
                <a:ea typeface="Arial"/>
                <a:cs typeface="Arial"/>
              </a:defRPr>
            </a:lvl5pPr>
            <a:lvl6pPr algn="ctr">
              <a:defRPr sz="1575" b="0">
                <a:solidFill>
                  <a:srgbClr val="A8B7BC"/>
                </a:solidFill>
                <a:latin typeface="Arial"/>
                <a:ea typeface="Arial"/>
                <a:cs typeface="Arial"/>
              </a:defRPr>
            </a:lvl6pPr>
            <a:lvl7pPr algn="ctr">
              <a:defRPr sz="1575" b="0">
                <a:solidFill>
                  <a:srgbClr val="A8B7BC"/>
                </a:solidFill>
                <a:latin typeface="Arial"/>
                <a:ea typeface="Arial"/>
                <a:cs typeface="Arial"/>
              </a:defRPr>
            </a:lvl7pPr>
            <a:lvl8pPr algn="ctr">
              <a:defRPr sz="1575" b="0">
                <a:solidFill>
                  <a:srgbClr val="A8B7BC"/>
                </a:solidFill>
                <a:latin typeface="Arial"/>
                <a:ea typeface="Arial"/>
                <a:cs typeface="Arial"/>
              </a:defRPr>
            </a:lvl8pPr>
            <a:lvl9pPr algn="ctr">
              <a:defRPr sz="1575" b="0">
                <a:solidFill>
                  <a:srgbClr val="A8B7BC"/>
                </a:solidFill>
                <a:latin typeface="Arial"/>
                <a:ea typeface="Arial"/>
                <a:cs typeface="Arial"/>
              </a:defRPr>
            </a:lvl9pPr>
          </a:lstStyle>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Workflow, tasks</a:t>
            </a:r>
          </a:p>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and dependencies</a:t>
            </a:r>
          </a:p>
        </p:txBody>
      </p:sp>
      <p:sp>
        <p:nvSpPr>
          <p:cNvPr id="16" name="step-dot-2">
            <a:extLst xmlns:a="http://schemas.openxmlformats.org/drawingml/2006/main">
              <a:ext uri="{FF2B5EF4-FFF2-40B4-BE49-F238E27FC236}">
                <a16:creationId xmlns:a16="http://schemas.microsoft.com/office/drawing/2014/main" id="{F2014765-2FBD-45EC-9568-A6BA75B0E8CB}"/>
              </a:ext>
            </a:extLst>
          </p:cNvPr>
          <p:cNvSpPr>
            <a:spLocks xmlns:a="http://schemas.openxmlformats.org/drawingml/2006/main" noGrp="1"/>
          </p:cNvSpPr>
          <p:nvPr/>
        </p:nvSpPr>
        <p:spPr>
          <a:xfrm xmlns:a="http://schemas.openxmlformats.org/drawingml/2006/main">
            <a:off x="4533900" y="2362200"/>
            <a:ext cx="609600" cy="609600"/>
          </a:xfrm>
          <a:prstGeom xmlns:a="http://schemas.openxmlformats.org/drawingml/2006/main" prst="ellipse">
            <a:avLst/>
          </a:prstGeom>
          <a:solidFill xmlns:a="http://schemas.openxmlformats.org/drawingml/2006/main">
            <a:srgbClr val="F0BD76"/>
          </a:solidFill>
          <a:ln xmlns:a="http://schemas.openxmlformats.org/drawingml/2006/main" w="0">
            <a:noFill/>
            <a:prstDash val="solid"/>
          </a:ln>
        </p:spPr>
      </p:sp>
      <p:sp>
        <p:nvSpPr>
          <p:cNvPr id="17" name="step-number-2">
            <a:extLst xmlns:a="http://schemas.openxmlformats.org/drawingml/2006/main">
              <a:ext uri="{FF2B5EF4-FFF2-40B4-BE49-F238E27FC236}">
                <a16:creationId xmlns:a16="http://schemas.microsoft.com/office/drawing/2014/main" id="{C5AB17BB-90AA-47A8-AF41-7746C532F590}"/>
              </a:ext>
            </a:extLst>
          </p:cNvPr>
          <p:cNvSpPr>
            <a:spLocks xmlns:a="http://schemas.openxmlformats.org/drawingml/2006/main" noGrp="1"/>
          </p:cNvSpPr>
          <p:nvPr/>
        </p:nvSpPr>
        <p:spPr>
          <a:xfrm xmlns:a="http://schemas.openxmlformats.org/drawingml/2006/main">
            <a:off x="4533900" y="24955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0B1720"/>
                </a:solidFill>
                <a:latin typeface="Arial"/>
                <a:ea typeface="Arial"/>
                <a:cs typeface="Arial"/>
              </a:defRPr>
            </a:defPPr>
            <a:lvl1pPr algn="ctr">
              <a:defRPr sz="1500" b="1">
                <a:solidFill>
                  <a:srgbClr val="0B1720"/>
                </a:solidFill>
                <a:latin typeface="Arial"/>
                <a:ea typeface="Arial"/>
                <a:cs typeface="Arial"/>
              </a:defRPr>
            </a:lvl1pPr>
            <a:lvl2pPr algn="ctr">
              <a:defRPr sz="1500" b="1">
                <a:solidFill>
                  <a:srgbClr val="0B1720"/>
                </a:solidFill>
                <a:latin typeface="Arial"/>
                <a:ea typeface="Arial"/>
                <a:cs typeface="Arial"/>
              </a:defRPr>
            </a:lvl2pPr>
            <a:lvl3pPr algn="ctr">
              <a:defRPr sz="1500" b="1">
                <a:solidFill>
                  <a:srgbClr val="0B1720"/>
                </a:solidFill>
                <a:latin typeface="Arial"/>
                <a:ea typeface="Arial"/>
                <a:cs typeface="Arial"/>
              </a:defRPr>
            </a:lvl3pPr>
            <a:lvl4pPr algn="ctr">
              <a:defRPr sz="1500" b="1">
                <a:solidFill>
                  <a:srgbClr val="0B1720"/>
                </a:solidFill>
                <a:latin typeface="Arial"/>
                <a:ea typeface="Arial"/>
                <a:cs typeface="Arial"/>
              </a:defRPr>
            </a:lvl4pPr>
            <a:lvl5pPr algn="ctr">
              <a:defRPr sz="1500" b="1">
                <a:solidFill>
                  <a:srgbClr val="0B1720"/>
                </a:solidFill>
                <a:latin typeface="Arial"/>
                <a:ea typeface="Arial"/>
                <a:cs typeface="Arial"/>
              </a:defRPr>
            </a:lvl5pPr>
            <a:lvl6pPr algn="ctr">
              <a:defRPr sz="1500" b="1">
                <a:solidFill>
                  <a:srgbClr val="0B1720"/>
                </a:solidFill>
                <a:latin typeface="Arial"/>
                <a:ea typeface="Arial"/>
                <a:cs typeface="Arial"/>
              </a:defRPr>
            </a:lvl6pPr>
            <a:lvl7pPr algn="ctr">
              <a:defRPr sz="1500" b="1">
                <a:solidFill>
                  <a:srgbClr val="0B1720"/>
                </a:solidFill>
                <a:latin typeface="Arial"/>
                <a:ea typeface="Arial"/>
                <a:cs typeface="Arial"/>
              </a:defRPr>
            </a:lvl7pPr>
            <a:lvl8pPr algn="ctr">
              <a:defRPr sz="1500" b="1">
                <a:solidFill>
                  <a:srgbClr val="0B1720"/>
                </a:solidFill>
                <a:latin typeface="Arial"/>
                <a:ea typeface="Arial"/>
                <a:cs typeface="Arial"/>
              </a:defRPr>
            </a:lvl8pPr>
            <a:lvl9pPr algn="ctr">
              <a:defRPr sz="1500" b="1">
                <a:solidFill>
                  <a:srgbClr val="0B1720"/>
                </a:solidFill>
                <a:latin typeface="Arial"/>
                <a:ea typeface="Arial"/>
                <a:cs typeface="Arial"/>
              </a:defRPr>
            </a:lvl9pPr>
          </a:lstStyle>
          <a:p xmlns:a="http://schemas.openxmlformats.org/drawingml/2006/main">
            <a:pPr algn="ctr">
              <a:defRPr sz="1500" b="1">
                <a:solidFill>
                  <a:srgbClr val="0B1720"/>
                </a:solidFill>
                <a:latin typeface="Arial"/>
                <a:ea typeface="Arial"/>
                <a:cs typeface="Arial"/>
              </a:defRPr>
            </a:pPr>
            <a:r>
              <a:rPr sz="1500" b="1">
                <a:solidFill>
                  <a:srgbClr val="0B1720"/>
                </a:solidFill>
                <a:latin typeface="Arial"/>
                <a:ea typeface="Arial"/>
                <a:cs typeface="Arial"/>
              </a:rPr>
              <a:t>03</a:t>
            </a:r>
          </a:p>
        </p:txBody>
      </p:sp>
      <p:sp>
        <p:nvSpPr>
          <p:cNvPr id="18" name="step-heading-2">
            <a:extLst xmlns:a="http://schemas.openxmlformats.org/drawingml/2006/main">
              <a:ext uri="{FF2B5EF4-FFF2-40B4-BE49-F238E27FC236}">
                <a16:creationId xmlns:a16="http://schemas.microsoft.com/office/drawing/2014/main" id="{AA8CD2CF-3014-4BA8-A4CB-48E6A955A6BA}"/>
              </a:ext>
            </a:extLst>
          </p:cNvPr>
          <p:cNvSpPr>
            <a:spLocks xmlns:a="http://schemas.openxmlformats.org/drawingml/2006/main" noGrp="1"/>
          </p:cNvSpPr>
          <p:nvPr/>
        </p:nvSpPr>
        <p:spPr>
          <a:xfrm xmlns:a="http://schemas.openxmlformats.org/drawingml/2006/main">
            <a:off x="4295775" y="32385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Lease</a:t>
            </a:r>
          </a:p>
        </p:txBody>
      </p:sp>
      <p:sp>
        <p:nvSpPr>
          <p:cNvPr id="19" name="step-body-2">
            <a:extLst xmlns:a="http://schemas.openxmlformats.org/drawingml/2006/main">
              <a:ext uri="{FF2B5EF4-FFF2-40B4-BE49-F238E27FC236}">
                <a16:creationId xmlns:a16="http://schemas.microsoft.com/office/drawing/2014/main" id="{4B7D3681-A23E-4A9C-AB6B-EF536B5D5CFC}"/>
              </a:ext>
            </a:extLst>
          </p:cNvPr>
          <p:cNvSpPr>
            <a:spLocks xmlns:a="http://schemas.openxmlformats.org/drawingml/2006/main" noGrp="1"/>
          </p:cNvSpPr>
          <p:nvPr/>
        </p:nvSpPr>
        <p:spPr>
          <a:xfrm xmlns:a="http://schemas.openxmlformats.org/drawingml/2006/main">
            <a:off x="4200525" y="369570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698"/>
          </a:bodyPr>
          <a:lstStyle xmlns:a="http://schemas.openxmlformats.org/drawingml/2006/main">
            <a:defPPr algn="ctr">
              <a:defRPr sz="1575" b="0">
                <a:solidFill>
                  <a:srgbClr val="A8B7BC"/>
                </a:solidFill>
                <a:latin typeface="Arial"/>
                <a:ea typeface="Arial"/>
                <a:cs typeface="Arial"/>
              </a:defRPr>
            </a:defPPr>
            <a:lvl1pPr algn="ctr">
              <a:defRPr sz="1575" b="0">
                <a:solidFill>
                  <a:srgbClr val="A8B7BC"/>
                </a:solidFill>
                <a:latin typeface="Arial"/>
                <a:ea typeface="Arial"/>
                <a:cs typeface="Arial"/>
              </a:defRPr>
            </a:lvl1pPr>
            <a:lvl2pPr algn="ctr">
              <a:defRPr sz="1575" b="0">
                <a:solidFill>
                  <a:srgbClr val="A8B7BC"/>
                </a:solidFill>
                <a:latin typeface="Arial"/>
                <a:ea typeface="Arial"/>
                <a:cs typeface="Arial"/>
              </a:defRPr>
            </a:lvl2pPr>
            <a:lvl3pPr algn="ctr">
              <a:defRPr sz="1575" b="0">
                <a:solidFill>
                  <a:srgbClr val="A8B7BC"/>
                </a:solidFill>
                <a:latin typeface="Arial"/>
                <a:ea typeface="Arial"/>
                <a:cs typeface="Arial"/>
              </a:defRPr>
            </a:lvl3pPr>
            <a:lvl4pPr algn="ctr">
              <a:defRPr sz="1575" b="0">
                <a:solidFill>
                  <a:srgbClr val="A8B7BC"/>
                </a:solidFill>
                <a:latin typeface="Arial"/>
                <a:ea typeface="Arial"/>
                <a:cs typeface="Arial"/>
              </a:defRPr>
            </a:lvl4pPr>
            <a:lvl5pPr algn="ctr">
              <a:defRPr sz="1575" b="0">
                <a:solidFill>
                  <a:srgbClr val="A8B7BC"/>
                </a:solidFill>
                <a:latin typeface="Arial"/>
                <a:ea typeface="Arial"/>
                <a:cs typeface="Arial"/>
              </a:defRPr>
            </a:lvl5pPr>
            <a:lvl6pPr algn="ctr">
              <a:defRPr sz="1575" b="0">
                <a:solidFill>
                  <a:srgbClr val="A8B7BC"/>
                </a:solidFill>
                <a:latin typeface="Arial"/>
                <a:ea typeface="Arial"/>
                <a:cs typeface="Arial"/>
              </a:defRPr>
            </a:lvl6pPr>
            <a:lvl7pPr algn="ctr">
              <a:defRPr sz="1575" b="0">
                <a:solidFill>
                  <a:srgbClr val="A8B7BC"/>
                </a:solidFill>
                <a:latin typeface="Arial"/>
                <a:ea typeface="Arial"/>
                <a:cs typeface="Arial"/>
              </a:defRPr>
            </a:lvl7pPr>
            <a:lvl8pPr algn="ctr">
              <a:defRPr sz="1575" b="0">
                <a:solidFill>
                  <a:srgbClr val="A8B7BC"/>
                </a:solidFill>
                <a:latin typeface="Arial"/>
                <a:ea typeface="Arial"/>
                <a:cs typeface="Arial"/>
              </a:defRPr>
            </a:lvl8pPr>
            <a:lvl9pPr algn="ctr">
              <a:defRPr sz="1575" b="0">
                <a:solidFill>
                  <a:srgbClr val="A8B7BC"/>
                </a:solidFill>
                <a:latin typeface="Arial"/>
                <a:ea typeface="Arial"/>
                <a:cs typeface="Arial"/>
              </a:defRPr>
            </a:lvl9pPr>
          </a:lstStyle>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Worker claims</a:t>
            </a:r>
          </a:p>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a bounded attempt</a:t>
            </a:r>
          </a:p>
        </p:txBody>
      </p:sp>
      <p:sp>
        <p:nvSpPr>
          <p:cNvPr id="20" name="step-dot-3">
            <a:extLst xmlns:a="http://schemas.openxmlformats.org/drawingml/2006/main">
              <a:ext uri="{FF2B5EF4-FFF2-40B4-BE49-F238E27FC236}">
                <a16:creationId xmlns:a16="http://schemas.microsoft.com/office/drawing/2014/main" id="{3A996250-15B5-4E60-B815-0AFF318E5497}"/>
              </a:ext>
            </a:extLst>
          </p:cNvPr>
          <p:cNvSpPr>
            <a:spLocks xmlns:a="http://schemas.openxmlformats.org/drawingml/2006/main" noGrp="1"/>
          </p:cNvSpPr>
          <p:nvPr/>
        </p:nvSpPr>
        <p:spPr>
          <a:xfrm xmlns:a="http://schemas.openxmlformats.org/drawingml/2006/main">
            <a:off x="6429375" y="2362200"/>
            <a:ext cx="609600" cy="609600"/>
          </a:xfrm>
          <a:prstGeom xmlns:a="http://schemas.openxmlformats.org/drawingml/2006/main" prst="ellipse">
            <a:avLst/>
          </a:prstGeom>
          <a:solidFill xmlns:a="http://schemas.openxmlformats.org/drawingml/2006/main">
            <a:srgbClr val="70C9BC"/>
          </a:solidFill>
          <a:ln xmlns:a="http://schemas.openxmlformats.org/drawingml/2006/main" w="0">
            <a:noFill/>
            <a:prstDash val="solid"/>
          </a:ln>
        </p:spPr>
      </p:sp>
      <p:sp>
        <p:nvSpPr>
          <p:cNvPr id="21" name="step-number-3">
            <a:extLst xmlns:a="http://schemas.openxmlformats.org/drawingml/2006/main">
              <a:ext uri="{FF2B5EF4-FFF2-40B4-BE49-F238E27FC236}">
                <a16:creationId xmlns:a16="http://schemas.microsoft.com/office/drawing/2014/main" id="{B0FD5BFF-C690-430C-9C7D-D2E98F8BA654}"/>
              </a:ext>
            </a:extLst>
          </p:cNvPr>
          <p:cNvSpPr>
            <a:spLocks xmlns:a="http://schemas.openxmlformats.org/drawingml/2006/main" noGrp="1"/>
          </p:cNvSpPr>
          <p:nvPr/>
        </p:nvSpPr>
        <p:spPr>
          <a:xfrm xmlns:a="http://schemas.openxmlformats.org/drawingml/2006/main">
            <a:off x="6429375" y="24955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0B1720"/>
                </a:solidFill>
                <a:latin typeface="Arial"/>
                <a:ea typeface="Arial"/>
                <a:cs typeface="Arial"/>
              </a:defRPr>
            </a:defPPr>
            <a:lvl1pPr algn="ctr">
              <a:defRPr sz="1500" b="1">
                <a:solidFill>
                  <a:srgbClr val="0B1720"/>
                </a:solidFill>
                <a:latin typeface="Arial"/>
                <a:ea typeface="Arial"/>
                <a:cs typeface="Arial"/>
              </a:defRPr>
            </a:lvl1pPr>
            <a:lvl2pPr algn="ctr">
              <a:defRPr sz="1500" b="1">
                <a:solidFill>
                  <a:srgbClr val="0B1720"/>
                </a:solidFill>
                <a:latin typeface="Arial"/>
                <a:ea typeface="Arial"/>
                <a:cs typeface="Arial"/>
              </a:defRPr>
            </a:lvl2pPr>
            <a:lvl3pPr algn="ctr">
              <a:defRPr sz="1500" b="1">
                <a:solidFill>
                  <a:srgbClr val="0B1720"/>
                </a:solidFill>
                <a:latin typeface="Arial"/>
                <a:ea typeface="Arial"/>
                <a:cs typeface="Arial"/>
              </a:defRPr>
            </a:lvl3pPr>
            <a:lvl4pPr algn="ctr">
              <a:defRPr sz="1500" b="1">
                <a:solidFill>
                  <a:srgbClr val="0B1720"/>
                </a:solidFill>
                <a:latin typeface="Arial"/>
                <a:ea typeface="Arial"/>
                <a:cs typeface="Arial"/>
              </a:defRPr>
            </a:lvl4pPr>
            <a:lvl5pPr algn="ctr">
              <a:defRPr sz="1500" b="1">
                <a:solidFill>
                  <a:srgbClr val="0B1720"/>
                </a:solidFill>
                <a:latin typeface="Arial"/>
                <a:ea typeface="Arial"/>
                <a:cs typeface="Arial"/>
              </a:defRPr>
            </a:lvl5pPr>
            <a:lvl6pPr algn="ctr">
              <a:defRPr sz="1500" b="1">
                <a:solidFill>
                  <a:srgbClr val="0B1720"/>
                </a:solidFill>
                <a:latin typeface="Arial"/>
                <a:ea typeface="Arial"/>
                <a:cs typeface="Arial"/>
              </a:defRPr>
            </a:lvl6pPr>
            <a:lvl7pPr algn="ctr">
              <a:defRPr sz="1500" b="1">
                <a:solidFill>
                  <a:srgbClr val="0B1720"/>
                </a:solidFill>
                <a:latin typeface="Arial"/>
                <a:ea typeface="Arial"/>
                <a:cs typeface="Arial"/>
              </a:defRPr>
            </a:lvl7pPr>
            <a:lvl8pPr algn="ctr">
              <a:defRPr sz="1500" b="1">
                <a:solidFill>
                  <a:srgbClr val="0B1720"/>
                </a:solidFill>
                <a:latin typeface="Arial"/>
                <a:ea typeface="Arial"/>
                <a:cs typeface="Arial"/>
              </a:defRPr>
            </a:lvl8pPr>
            <a:lvl9pPr algn="ctr">
              <a:defRPr sz="1500" b="1">
                <a:solidFill>
                  <a:srgbClr val="0B1720"/>
                </a:solidFill>
                <a:latin typeface="Arial"/>
                <a:ea typeface="Arial"/>
                <a:cs typeface="Arial"/>
              </a:defRPr>
            </a:lvl9pPr>
          </a:lstStyle>
          <a:p xmlns:a="http://schemas.openxmlformats.org/drawingml/2006/main">
            <a:pPr algn="ctr">
              <a:defRPr sz="1500" b="1">
                <a:solidFill>
                  <a:srgbClr val="0B1720"/>
                </a:solidFill>
                <a:latin typeface="Arial"/>
                <a:ea typeface="Arial"/>
                <a:cs typeface="Arial"/>
              </a:defRPr>
            </a:pPr>
            <a:r>
              <a:rPr sz="1500" b="1">
                <a:solidFill>
                  <a:srgbClr val="0B1720"/>
                </a:solidFill>
                <a:latin typeface="Arial"/>
                <a:ea typeface="Arial"/>
                <a:cs typeface="Arial"/>
              </a:rPr>
              <a:t>04</a:t>
            </a:r>
          </a:p>
        </p:txBody>
      </p:sp>
      <p:sp>
        <p:nvSpPr>
          <p:cNvPr id="22" name="step-heading-3">
            <a:extLst xmlns:a="http://schemas.openxmlformats.org/drawingml/2006/main">
              <a:ext uri="{FF2B5EF4-FFF2-40B4-BE49-F238E27FC236}">
                <a16:creationId xmlns:a16="http://schemas.microsoft.com/office/drawing/2014/main" id="{6C33AF5A-FCB9-4A02-9476-33A2D320905E}"/>
              </a:ext>
            </a:extLst>
          </p:cNvPr>
          <p:cNvSpPr>
            <a:spLocks xmlns:a="http://schemas.openxmlformats.org/drawingml/2006/main" noGrp="1"/>
          </p:cNvSpPr>
          <p:nvPr/>
        </p:nvSpPr>
        <p:spPr>
          <a:xfrm xmlns:a="http://schemas.openxmlformats.org/drawingml/2006/main">
            <a:off x="6191250" y="32385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Dispatch</a:t>
            </a:r>
          </a:p>
        </p:txBody>
      </p:sp>
      <p:sp>
        <p:nvSpPr>
          <p:cNvPr id="23" name="step-body-3">
            <a:extLst xmlns:a="http://schemas.openxmlformats.org/drawingml/2006/main">
              <a:ext uri="{FF2B5EF4-FFF2-40B4-BE49-F238E27FC236}">
                <a16:creationId xmlns:a16="http://schemas.microsoft.com/office/drawing/2014/main" id="{F3D73646-51CE-4BF6-953F-1EAB5950E7CA}"/>
              </a:ext>
            </a:extLst>
          </p:cNvPr>
          <p:cNvSpPr>
            <a:spLocks xmlns:a="http://schemas.openxmlformats.org/drawingml/2006/main" noGrp="1"/>
          </p:cNvSpPr>
          <p:nvPr/>
        </p:nvSpPr>
        <p:spPr>
          <a:xfrm xmlns:a="http://schemas.openxmlformats.org/drawingml/2006/main">
            <a:off x="6096000" y="369570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A8B7BC"/>
                </a:solidFill>
                <a:latin typeface="Arial"/>
                <a:ea typeface="Arial"/>
                <a:cs typeface="Arial"/>
              </a:defRPr>
            </a:defPPr>
            <a:lvl1pPr algn="ctr">
              <a:defRPr sz="1575" b="0">
                <a:solidFill>
                  <a:srgbClr val="A8B7BC"/>
                </a:solidFill>
                <a:latin typeface="Arial"/>
                <a:ea typeface="Arial"/>
                <a:cs typeface="Arial"/>
              </a:defRPr>
            </a:lvl1pPr>
            <a:lvl2pPr algn="ctr">
              <a:defRPr sz="1575" b="0">
                <a:solidFill>
                  <a:srgbClr val="A8B7BC"/>
                </a:solidFill>
                <a:latin typeface="Arial"/>
                <a:ea typeface="Arial"/>
                <a:cs typeface="Arial"/>
              </a:defRPr>
            </a:lvl2pPr>
            <a:lvl3pPr algn="ctr">
              <a:defRPr sz="1575" b="0">
                <a:solidFill>
                  <a:srgbClr val="A8B7BC"/>
                </a:solidFill>
                <a:latin typeface="Arial"/>
                <a:ea typeface="Arial"/>
                <a:cs typeface="Arial"/>
              </a:defRPr>
            </a:lvl3pPr>
            <a:lvl4pPr algn="ctr">
              <a:defRPr sz="1575" b="0">
                <a:solidFill>
                  <a:srgbClr val="A8B7BC"/>
                </a:solidFill>
                <a:latin typeface="Arial"/>
                <a:ea typeface="Arial"/>
                <a:cs typeface="Arial"/>
              </a:defRPr>
            </a:lvl4pPr>
            <a:lvl5pPr algn="ctr">
              <a:defRPr sz="1575" b="0">
                <a:solidFill>
                  <a:srgbClr val="A8B7BC"/>
                </a:solidFill>
                <a:latin typeface="Arial"/>
                <a:ea typeface="Arial"/>
                <a:cs typeface="Arial"/>
              </a:defRPr>
            </a:lvl5pPr>
            <a:lvl6pPr algn="ctr">
              <a:defRPr sz="1575" b="0">
                <a:solidFill>
                  <a:srgbClr val="A8B7BC"/>
                </a:solidFill>
                <a:latin typeface="Arial"/>
                <a:ea typeface="Arial"/>
                <a:cs typeface="Arial"/>
              </a:defRPr>
            </a:lvl6pPr>
            <a:lvl7pPr algn="ctr">
              <a:defRPr sz="1575" b="0">
                <a:solidFill>
                  <a:srgbClr val="A8B7BC"/>
                </a:solidFill>
                <a:latin typeface="Arial"/>
                <a:ea typeface="Arial"/>
                <a:cs typeface="Arial"/>
              </a:defRPr>
            </a:lvl7pPr>
            <a:lvl8pPr algn="ctr">
              <a:defRPr sz="1575" b="0">
                <a:solidFill>
                  <a:srgbClr val="A8B7BC"/>
                </a:solidFill>
                <a:latin typeface="Arial"/>
                <a:ea typeface="Arial"/>
                <a:cs typeface="Arial"/>
              </a:defRPr>
            </a:lvl8pPr>
            <a:lvl9pPr algn="ctr">
              <a:defRPr sz="1575" b="0">
                <a:solidFill>
                  <a:srgbClr val="A8B7BC"/>
                </a:solidFill>
                <a:latin typeface="Arial"/>
                <a:ea typeface="Arial"/>
                <a:cs typeface="Arial"/>
              </a:defRPr>
            </a:lvl9pPr>
          </a:lstStyle>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Agent runs with</a:t>
            </a:r>
          </a:p>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scoped inputs</a:t>
            </a:r>
          </a:p>
        </p:txBody>
      </p:sp>
      <p:sp>
        <p:nvSpPr>
          <p:cNvPr id="24" name="step-dot-4">
            <a:extLst xmlns:a="http://schemas.openxmlformats.org/drawingml/2006/main">
              <a:ext uri="{FF2B5EF4-FFF2-40B4-BE49-F238E27FC236}">
                <a16:creationId xmlns:a16="http://schemas.microsoft.com/office/drawing/2014/main" id="{238731EC-7764-433D-9E43-B94B14F903B5}"/>
              </a:ext>
            </a:extLst>
          </p:cNvPr>
          <p:cNvSpPr>
            <a:spLocks xmlns:a="http://schemas.openxmlformats.org/drawingml/2006/main" noGrp="1"/>
          </p:cNvSpPr>
          <p:nvPr/>
        </p:nvSpPr>
        <p:spPr>
          <a:xfrm xmlns:a="http://schemas.openxmlformats.org/drawingml/2006/main">
            <a:off x="8324850" y="2362200"/>
            <a:ext cx="609600" cy="609600"/>
          </a:xfrm>
          <a:prstGeom xmlns:a="http://schemas.openxmlformats.org/drawingml/2006/main" prst="ellipse">
            <a:avLst/>
          </a:prstGeom>
          <a:solidFill xmlns:a="http://schemas.openxmlformats.org/drawingml/2006/main">
            <a:srgbClr val="70C9BC"/>
          </a:solidFill>
          <a:ln xmlns:a="http://schemas.openxmlformats.org/drawingml/2006/main" w="0">
            <a:noFill/>
            <a:prstDash val="solid"/>
          </a:ln>
        </p:spPr>
      </p:sp>
      <p:sp>
        <p:nvSpPr>
          <p:cNvPr id="25" name="step-number-4">
            <a:extLst xmlns:a="http://schemas.openxmlformats.org/drawingml/2006/main">
              <a:ext uri="{FF2B5EF4-FFF2-40B4-BE49-F238E27FC236}">
                <a16:creationId xmlns:a16="http://schemas.microsoft.com/office/drawing/2014/main" id="{50866EF1-2CD9-4C3A-BF9E-3227EE04838B}"/>
              </a:ext>
            </a:extLst>
          </p:cNvPr>
          <p:cNvSpPr>
            <a:spLocks xmlns:a="http://schemas.openxmlformats.org/drawingml/2006/main" noGrp="1"/>
          </p:cNvSpPr>
          <p:nvPr/>
        </p:nvSpPr>
        <p:spPr>
          <a:xfrm xmlns:a="http://schemas.openxmlformats.org/drawingml/2006/main">
            <a:off x="8324850" y="24955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0B1720"/>
                </a:solidFill>
                <a:latin typeface="Arial"/>
                <a:ea typeface="Arial"/>
                <a:cs typeface="Arial"/>
              </a:defRPr>
            </a:defPPr>
            <a:lvl1pPr algn="ctr">
              <a:defRPr sz="1500" b="1">
                <a:solidFill>
                  <a:srgbClr val="0B1720"/>
                </a:solidFill>
                <a:latin typeface="Arial"/>
                <a:ea typeface="Arial"/>
                <a:cs typeface="Arial"/>
              </a:defRPr>
            </a:lvl1pPr>
            <a:lvl2pPr algn="ctr">
              <a:defRPr sz="1500" b="1">
                <a:solidFill>
                  <a:srgbClr val="0B1720"/>
                </a:solidFill>
                <a:latin typeface="Arial"/>
                <a:ea typeface="Arial"/>
                <a:cs typeface="Arial"/>
              </a:defRPr>
            </a:lvl2pPr>
            <a:lvl3pPr algn="ctr">
              <a:defRPr sz="1500" b="1">
                <a:solidFill>
                  <a:srgbClr val="0B1720"/>
                </a:solidFill>
                <a:latin typeface="Arial"/>
                <a:ea typeface="Arial"/>
                <a:cs typeface="Arial"/>
              </a:defRPr>
            </a:lvl3pPr>
            <a:lvl4pPr algn="ctr">
              <a:defRPr sz="1500" b="1">
                <a:solidFill>
                  <a:srgbClr val="0B1720"/>
                </a:solidFill>
                <a:latin typeface="Arial"/>
                <a:ea typeface="Arial"/>
                <a:cs typeface="Arial"/>
              </a:defRPr>
            </a:lvl4pPr>
            <a:lvl5pPr algn="ctr">
              <a:defRPr sz="1500" b="1">
                <a:solidFill>
                  <a:srgbClr val="0B1720"/>
                </a:solidFill>
                <a:latin typeface="Arial"/>
                <a:ea typeface="Arial"/>
                <a:cs typeface="Arial"/>
              </a:defRPr>
            </a:lvl5pPr>
            <a:lvl6pPr algn="ctr">
              <a:defRPr sz="1500" b="1">
                <a:solidFill>
                  <a:srgbClr val="0B1720"/>
                </a:solidFill>
                <a:latin typeface="Arial"/>
                <a:ea typeface="Arial"/>
                <a:cs typeface="Arial"/>
              </a:defRPr>
            </a:lvl6pPr>
            <a:lvl7pPr algn="ctr">
              <a:defRPr sz="1500" b="1">
                <a:solidFill>
                  <a:srgbClr val="0B1720"/>
                </a:solidFill>
                <a:latin typeface="Arial"/>
                <a:ea typeface="Arial"/>
                <a:cs typeface="Arial"/>
              </a:defRPr>
            </a:lvl7pPr>
            <a:lvl8pPr algn="ctr">
              <a:defRPr sz="1500" b="1">
                <a:solidFill>
                  <a:srgbClr val="0B1720"/>
                </a:solidFill>
                <a:latin typeface="Arial"/>
                <a:ea typeface="Arial"/>
                <a:cs typeface="Arial"/>
              </a:defRPr>
            </a:lvl8pPr>
            <a:lvl9pPr algn="ctr">
              <a:defRPr sz="1500" b="1">
                <a:solidFill>
                  <a:srgbClr val="0B1720"/>
                </a:solidFill>
                <a:latin typeface="Arial"/>
                <a:ea typeface="Arial"/>
                <a:cs typeface="Arial"/>
              </a:defRPr>
            </a:lvl9pPr>
          </a:lstStyle>
          <a:p xmlns:a="http://schemas.openxmlformats.org/drawingml/2006/main">
            <a:pPr algn="ctr">
              <a:defRPr sz="1500" b="1">
                <a:solidFill>
                  <a:srgbClr val="0B1720"/>
                </a:solidFill>
                <a:latin typeface="Arial"/>
                <a:ea typeface="Arial"/>
                <a:cs typeface="Arial"/>
              </a:defRPr>
            </a:pPr>
            <a:r>
              <a:rPr sz="1500" b="1">
                <a:solidFill>
                  <a:srgbClr val="0B1720"/>
                </a:solidFill>
                <a:latin typeface="Arial"/>
                <a:ea typeface="Arial"/>
                <a:cs typeface="Arial"/>
              </a:rPr>
              <a:t>05</a:t>
            </a:r>
          </a:p>
        </p:txBody>
      </p:sp>
      <p:sp>
        <p:nvSpPr>
          <p:cNvPr id="26" name="step-heading-4">
            <a:extLst xmlns:a="http://schemas.openxmlformats.org/drawingml/2006/main">
              <a:ext uri="{FF2B5EF4-FFF2-40B4-BE49-F238E27FC236}">
                <a16:creationId xmlns:a16="http://schemas.microsoft.com/office/drawing/2014/main" id="{781324AA-93D9-49A9-A267-CA39C4D7EE25}"/>
              </a:ext>
            </a:extLst>
          </p:cNvPr>
          <p:cNvSpPr>
            <a:spLocks xmlns:a="http://schemas.openxmlformats.org/drawingml/2006/main" noGrp="1"/>
          </p:cNvSpPr>
          <p:nvPr/>
        </p:nvSpPr>
        <p:spPr>
          <a:xfrm xmlns:a="http://schemas.openxmlformats.org/drawingml/2006/main">
            <a:off x="8086725" y="32385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Verify</a:t>
            </a:r>
          </a:p>
        </p:txBody>
      </p:sp>
      <p:sp>
        <p:nvSpPr>
          <p:cNvPr id="27" name="step-body-4">
            <a:extLst xmlns:a="http://schemas.openxmlformats.org/drawingml/2006/main">
              <a:ext uri="{FF2B5EF4-FFF2-40B4-BE49-F238E27FC236}">
                <a16:creationId xmlns:a16="http://schemas.microsoft.com/office/drawing/2014/main" id="{B11F944B-E968-43B1-AFA2-3124D4C1985D}"/>
              </a:ext>
            </a:extLst>
          </p:cNvPr>
          <p:cNvSpPr>
            <a:spLocks xmlns:a="http://schemas.openxmlformats.org/drawingml/2006/main" noGrp="1"/>
          </p:cNvSpPr>
          <p:nvPr/>
        </p:nvSpPr>
        <p:spPr>
          <a:xfrm xmlns:a="http://schemas.openxmlformats.org/drawingml/2006/main">
            <a:off x="7991475" y="369570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A8B7BC"/>
                </a:solidFill>
                <a:latin typeface="Arial"/>
                <a:ea typeface="Arial"/>
                <a:cs typeface="Arial"/>
              </a:defRPr>
            </a:defPPr>
            <a:lvl1pPr algn="ctr">
              <a:defRPr sz="1575" b="0">
                <a:solidFill>
                  <a:srgbClr val="A8B7BC"/>
                </a:solidFill>
                <a:latin typeface="Arial"/>
                <a:ea typeface="Arial"/>
                <a:cs typeface="Arial"/>
              </a:defRPr>
            </a:lvl1pPr>
            <a:lvl2pPr algn="ctr">
              <a:defRPr sz="1575" b="0">
                <a:solidFill>
                  <a:srgbClr val="A8B7BC"/>
                </a:solidFill>
                <a:latin typeface="Arial"/>
                <a:ea typeface="Arial"/>
                <a:cs typeface="Arial"/>
              </a:defRPr>
            </a:lvl2pPr>
            <a:lvl3pPr algn="ctr">
              <a:defRPr sz="1575" b="0">
                <a:solidFill>
                  <a:srgbClr val="A8B7BC"/>
                </a:solidFill>
                <a:latin typeface="Arial"/>
                <a:ea typeface="Arial"/>
                <a:cs typeface="Arial"/>
              </a:defRPr>
            </a:lvl3pPr>
            <a:lvl4pPr algn="ctr">
              <a:defRPr sz="1575" b="0">
                <a:solidFill>
                  <a:srgbClr val="A8B7BC"/>
                </a:solidFill>
                <a:latin typeface="Arial"/>
                <a:ea typeface="Arial"/>
                <a:cs typeface="Arial"/>
              </a:defRPr>
            </a:lvl4pPr>
            <a:lvl5pPr algn="ctr">
              <a:defRPr sz="1575" b="0">
                <a:solidFill>
                  <a:srgbClr val="A8B7BC"/>
                </a:solidFill>
                <a:latin typeface="Arial"/>
                <a:ea typeface="Arial"/>
                <a:cs typeface="Arial"/>
              </a:defRPr>
            </a:lvl5pPr>
            <a:lvl6pPr algn="ctr">
              <a:defRPr sz="1575" b="0">
                <a:solidFill>
                  <a:srgbClr val="A8B7BC"/>
                </a:solidFill>
                <a:latin typeface="Arial"/>
                <a:ea typeface="Arial"/>
                <a:cs typeface="Arial"/>
              </a:defRPr>
            </a:lvl6pPr>
            <a:lvl7pPr algn="ctr">
              <a:defRPr sz="1575" b="0">
                <a:solidFill>
                  <a:srgbClr val="A8B7BC"/>
                </a:solidFill>
                <a:latin typeface="Arial"/>
                <a:ea typeface="Arial"/>
                <a:cs typeface="Arial"/>
              </a:defRPr>
            </a:lvl7pPr>
            <a:lvl8pPr algn="ctr">
              <a:defRPr sz="1575" b="0">
                <a:solidFill>
                  <a:srgbClr val="A8B7BC"/>
                </a:solidFill>
                <a:latin typeface="Arial"/>
                <a:ea typeface="Arial"/>
                <a:cs typeface="Arial"/>
              </a:defRPr>
            </a:lvl8pPr>
            <a:lvl9pPr algn="ctr">
              <a:defRPr sz="1575" b="0">
                <a:solidFill>
                  <a:srgbClr val="A8B7BC"/>
                </a:solidFill>
                <a:latin typeface="Arial"/>
                <a:ea typeface="Arial"/>
                <a:cs typeface="Arial"/>
              </a:defRPr>
            </a:lvl9pPr>
          </a:lstStyle>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Validate output</a:t>
            </a:r>
          </a:p>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and approvals</a:t>
            </a:r>
          </a:p>
        </p:txBody>
      </p:sp>
      <p:sp>
        <p:nvSpPr>
          <p:cNvPr id="28" name="step-dot-5">
            <a:extLst xmlns:a="http://schemas.openxmlformats.org/drawingml/2006/main">
              <a:ext uri="{FF2B5EF4-FFF2-40B4-BE49-F238E27FC236}">
                <a16:creationId xmlns:a16="http://schemas.microsoft.com/office/drawing/2014/main" id="{CF67AFD8-6307-4F2F-B2D8-9227C349FAB6}"/>
              </a:ext>
            </a:extLst>
          </p:cNvPr>
          <p:cNvSpPr>
            <a:spLocks xmlns:a="http://schemas.openxmlformats.org/drawingml/2006/main" noGrp="1"/>
          </p:cNvSpPr>
          <p:nvPr/>
        </p:nvSpPr>
        <p:spPr>
          <a:xfrm xmlns:a="http://schemas.openxmlformats.org/drawingml/2006/main">
            <a:off x="10220325" y="2362200"/>
            <a:ext cx="609600" cy="609600"/>
          </a:xfrm>
          <a:prstGeom xmlns:a="http://schemas.openxmlformats.org/drawingml/2006/main" prst="ellipse">
            <a:avLst/>
          </a:prstGeom>
          <a:solidFill xmlns:a="http://schemas.openxmlformats.org/drawingml/2006/main">
            <a:srgbClr val="70C9BC"/>
          </a:solidFill>
          <a:ln xmlns:a="http://schemas.openxmlformats.org/drawingml/2006/main" w="0">
            <a:noFill/>
            <a:prstDash val="solid"/>
          </a:ln>
        </p:spPr>
      </p:sp>
      <p:sp>
        <p:nvSpPr>
          <p:cNvPr id="29" name="step-number-5">
            <a:extLst xmlns:a="http://schemas.openxmlformats.org/drawingml/2006/main">
              <a:ext uri="{FF2B5EF4-FFF2-40B4-BE49-F238E27FC236}">
                <a16:creationId xmlns:a16="http://schemas.microsoft.com/office/drawing/2014/main" id="{3FFB4A6C-7C9C-4D02-A1AF-FDC3C8FF33A3}"/>
              </a:ext>
            </a:extLst>
          </p:cNvPr>
          <p:cNvSpPr>
            <a:spLocks xmlns:a="http://schemas.openxmlformats.org/drawingml/2006/main" noGrp="1"/>
          </p:cNvSpPr>
          <p:nvPr/>
        </p:nvSpPr>
        <p:spPr>
          <a:xfrm xmlns:a="http://schemas.openxmlformats.org/drawingml/2006/main">
            <a:off x="10220325" y="24955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0B1720"/>
                </a:solidFill>
                <a:latin typeface="Arial"/>
                <a:ea typeface="Arial"/>
                <a:cs typeface="Arial"/>
              </a:defRPr>
            </a:defPPr>
            <a:lvl1pPr algn="ctr">
              <a:defRPr sz="1500" b="1">
                <a:solidFill>
                  <a:srgbClr val="0B1720"/>
                </a:solidFill>
                <a:latin typeface="Arial"/>
                <a:ea typeface="Arial"/>
                <a:cs typeface="Arial"/>
              </a:defRPr>
            </a:lvl1pPr>
            <a:lvl2pPr algn="ctr">
              <a:defRPr sz="1500" b="1">
                <a:solidFill>
                  <a:srgbClr val="0B1720"/>
                </a:solidFill>
                <a:latin typeface="Arial"/>
                <a:ea typeface="Arial"/>
                <a:cs typeface="Arial"/>
              </a:defRPr>
            </a:lvl2pPr>
            <a:lvl3pPr algn="ctr">
              <a:defRPr sz="1500" b="1">
                <a:solidFill>
                  <a:srgbClr val="0B1720"/>
                </a:solidFill>
                <a:latin typeface="Arial"/>
                <a:ea typeface="Arial"/>
                <a:cs typeface="Arial"/>
              </a:defRPr>
            </a:lvl3pPr>
            <a:lvl4pPr algn="ctr">
              <a:defRPr sz="1500" b="1">
                <a:solidFill>
                  <a:srgbClr val="0B1720"/>
                </a:solidFill>
                <a:latin typeface="Arial"/>
                <a:ea typeface="Arial"/>
                <a:cs typeface="Arial"/>
              </a:defRPr>
            </a:lvl4pPr>
            <a:lvl5pPr algn="ctr">
              <a:defRPr sz="1500" b="1">
                <a:solidFill>
                  <a:srgbClr val="0B1720"/>
                </a:solidFill>
                <a:latin typeface="Arial"/>
                <a:ea typeface="Arial"/>
                <a:cs typeface="Arial"/>
              </a:defRPr>
            </a:lvl5pPr>
            <a:lvl6pPr algn="ctr">
              <a:defRPr sz="1500" b="1">
                <a:solidFill>
                  <a:srgbClr val="0B1720"/>
                </a:solidFill>
                <a:latin typeface="Arial"/>
                <a:ea typeface="Arial"/>
                <a:cs typeface="Arial"/>
              </a:defRPr>
            </a:lvl6pPr>
            <a:lvl7pPr algn="ctr">
              <a:defRPr sz="1500" b="1">
                <a:solidFill>
                  <a:srgbClr val="0B1720"/>
                </a:solidFill>
                <a:latin typeface="Arial"/>
                <a:ea typeface="Arial"/>
                <a:cs typeface="Arial"/>
              </a:defRPr>
            </a:lvl7pPr>
            <a:lvl8pPr algn="ctr">
              <a:defRPr sz="1500" b="1">
                <a:solidFill>
                  <a:srgbClr val="0B1720"/>
                </a:solidFill>
                <a:latin typeface="Arial"/>
                <a:ea typeface="Arial"/>
                <a:cs typeface="Arial"/>
              </a:defRPr>
            </a:lvl8pPr>
            <a:lvl9pPr algn="ctr">
              <a:defRPr sz="1500" b="1">
                <a:solidFill>
                  <a:srgbClr val="0B1720"/>
                </a:solidFill>
                <a:latin typeface="Arial"/>
                <a:ea typeface="Arial"/>
                <a:cs typeface="Arial"/>
              </a:defRPr>
            </a:lvl9pPr>
          </a:lstStyle>
          <a:p xmlns:a="http://schemas.openxmlformats.org/drawingml/2006/main">
            <a:pPr algn="ctr">
              <a:defRPr sz="1500" b="1">
                <a:solidFill>
                  <a:srgbClr val="0B1720"/>
                </a:solidFill>
                <a:latin typeface="Arial"/>
                <a:ea typeface="Arial"/>
                <a:cs typeface="Arial"/>
              </a:defRPr>
            </a:pPr>
            <a:r>
              <a:rPr sz="1500" b="1">
                <a:solidFill>
                  <a:srgbClr val="0B1720"/>
                </a:solidFill>
                <a:latin typeface="Arial"/>
                <a:ea typeface="Arial"/>
                <a:cs typeface="Arial"/>
              </a:rPr>
              <a:t>06</a:t>
            </a:r>
          </a:p>
        </p:txBody>
      </p:sp>
      <p:sp>
        <p:nvSpPr>
          <p:cNvPr id="30" name="step-heading-5">
            <a:extLst xmlns:a="http://schemas.openxmlformats.org/drawingml/2006/main">
              <a:ext uri="{FF2B5EF4-FFF2-40B4-BE49-F238E27FC236}">
                <a16:creationId xmlns:a16="http://schemas.microsoft.com/office/drawing/2014/main" id="{4D0FCA21-E08C-4E65-B5CC-5601D836400E}"/>
              </a:ext>
            </a:extLst>
          </p:cNvPr>
          <p:cNvSpPr>
            <a:spLocks xmlns:a="http://schemas.openxmlformats.org/drawingml/2006/main" noGrp="1"/>
          </p:cNvSpPr>
          <p:nvPr/>
        </p:nvSpPr>
        <p:spPr>
          <a:xfrm xmlns:a="http://schemas.openxmlformats.org/drawingml/2006/main">
            <a:off x="9982200" y="32385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Record</a:t>
            </a:r>
          </a:p>
        </p:txBody>
      </p:sp>
      <p:sp>
        <p:nvSpPr>
          <p:cNvPr id="31" name="step-body-5">
            <a:extLst xmlns:a="http://schemas.openxmlformats.org/drawingml/2006/main">
              <a:ext uri="{FF2B5EF4-FFF2-40B4-BE49-F238E27FC236}">
                <a16:creationId xmlns:a16="http://schemas.microsoft.com/office/drawing/2014/main" id="{36F3FE98-8017-4BE7-9807-26EF78B0027D}"/>
              </a:ext>
            </a:extLst>
          </p:cNvPr>
          <p:cNvSpPr>
            <a:spLocks xmlns:a="http://schemas.openxmlformats.org/drawingml/2006/main" noGrp="1"/>
          </p:cNvSpPr>
          <p:nvPr/>
        </p:nvSpPr>
        <p:spPr>
          <a:xfrm xmlns:a="http://schemas.openxmlformats.org/drawingml/2006/main">
            <a:off x="9886950" y="369570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A8B7BC"/>
                </a:solidFill>
                <a:latin typeface="Arial"/>
                <a:ea typeface="Arial"/>
                <a:cs typeface="Arial"/>
              </a:defRPr>
            </a:defPPr>
            <a:lvl1pPr algn="ctr">
              <a:defRPr sz="1575" b="0">
                <a:solidFill>
                  <a:srgbClr val="A8B7BC"/>
                </a:solidFill>
                <a:latin typeface="Arial"/>
                <a:ea typeface="Arial"/>
                <a:cs typeface="Arial"/>
              </a:defRPr>
            </a:lvl1pPr>
            <a:lvl2pPr algn="ctr">
              <a:defRPr sz="1575" b="0">
                <a:solidFill>
                  <a:srgbClr val="A8B7BC"/>
                </a:solidFill>
                <a:latin typeface="Arial"/>
                <a:ea typeface="Arial"/>
                <a:cs typeface="Arial"/>
              </a:defRPr>
            </a:lvl2pPr>
            <a:lvl3pPr algn="ctr">
              <a:defRPr sz="1575" b="0">
                <a:solidFill>
                  <a:srgbClr val="A8B7BC"/>
                </a:solidFill>
                <a:latin typeface="Arial"/>
                <a:ea typeface="Arial"/>
                <a:cs typeface="Arial"/>
              </a:defRPr>
            </a:lvl3pPr>
            <a:lvl4pPr algn="ctr">
              <a:defRPr sz="1575" b="0">
                <a:solidFill>
                  <a:srgbClr val="A8B7BC"/>
                </a:solidFill>
                <a:latin typeface="Arial"/>
                <a:ea typeface="Arial"/>
                <a:cs typeface="Arial"/>
              </a:defRPr>
            </a:lvl4pPr>
            <a:lvl5pPr algn="ctr">
              <a:defRPr sz="1575" b="0">
                <a:solidFill>
                  <a:srgbClr val="A8B7BC"/>
                </a:solidFill>
                <a:latin typeface="Arial"/>
                <a:ea typeface="Arial"/>
                <a:cs typeface="Arial"/>
              </a:defRPr>
            </a:lvl5pPr>
            <a:lvl6pPr algn="ctr">
              <a:defRPr sz="1575" b="0">
                <a:solidFill>
                  <a:srgbClr val="A8B7BC"/>
                </a:solidFill>
                <a:latin typeface="Arial"/>
                <a:ea typeface="Arial"/>
                <a:cs typeface="Arial"/>
              </a:defRPr>
            </a:lvl6pPr>
            <a:lvl7pPr algn="ctr">
              <a:defRPr sz="1575" b="0">
                <a:solidFill>
                  <a:srgbClr val="A8B7BC"/>
                </a:solidFill>
                <a:latin typeface="Arial"/>
                <a:ea typeface="Arial"/>
                <a:cs typeface="Arial"/>
              </a:defRPr>
            </a:lvl7pPr>
            <a:lvl8pPr algn="ctr">
              <a:defRPr sz="1575" b="0">
                <a:solidFill>
                  <a:srgbClr val="A8B7BC"/>
                </a:solidFill>
                <a:latin typeface="Arial"/>
                <a:ea typeface="Arial"/>
                <a:cs typeface="Arial"/>
              </a:defRPr>
            </a:lvl8pPr>
            <a:lvl9pPr algn="ctr">
              <a:defRPr sz="1575" b="0">
                <a:solidFill>
                  <a:srgbClr val="A8B7BC"/>
                </a:solidFill>
                <a:latin typeface="Arial"/>
                <a:ea typeface="Arial"/>
                <a:cs typeface="Arial"/>
              </a:defRPr>
            </a:lvl9pPr>
          </a:lstStyle>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Persist result,</a:t>
            </a:r>
          </a:p>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event and artifact</a:t>
            </a:r>
          </a:p>
        </p:txBody>
      </p:sp>
      <p:sp>
        <p:nvSpPr>
          <p:cNvPr id="32" name="lifecycle-limit">
            <a:extLst xmlns:a="http://schemas.openxmlformats.org/drawingml/2006/main">
              <a:ext uri="{FF2B5EF4-FFF2-40B4-BE49-F238E27FC236}">
                <a16:creationId xmlns:a16="http://schemas.microsoft.com/office/drawing/2014/main" id="{5095E71E-8E5D-4D60-93EC-BF574441D233}"/>
              </a:ext>
            </a:extLst>
          </p:cNvPr>
          <p:cNvSpPr>
            <a:spLocks xmlns:a="http://schemas.openxmlformats.org/drawingml/2006/main" noGrp="1"/>
          </p:cNvSpPr>
          <p:nvPr/>
        </p:nvSpPr>
        <p:spPr>
          <a:xfrm xmlns:a="http://schemas.openxmlformats.org/drawingml/2006/main">
            <a:off x="704850" y="5057775"/>
            <a:ext cx="1038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0BD76"/>
                </a:solidFill>
                <a:latin typeface="Arial"/>
                <a:ea typeface="Arial"/>
                <a:cs typeface="Arial"/>
              </a:defRPr>
            </a:defPPr>
            <a:lvl1pPr algn="l">
              <a:defRPr sz="1650" b="1">
                <a:solidFill>
                  <a:srgbClr val="F0BD76"/>
                </a:solidFill>
                <a:latin typeface="Arial"/>
                <a:ea typeface="Arial"/>
                <a:cs typeface="Arial"/>
              </a:defRPr>
            </a:lvl1pPr>
            <a:lvl2pPr algn="l">
              <a:defRPr sz="1650" b="1">
                <a:solidFill>
                  <a:srgbClr val="F0BD76"/>
                </a:solidFill>
                <a:latin typeface="Arial"/>
                <a:ea typeface="Arial"/>
                <a:cs typeface="Arial"/>
              </a:defRPr>
            </a:lvl2pPr>
            <a:lvl3pPr algn="l">
              <a:defRPr sz="1650" b="1">
                <a:solidFill>
                  <a:srgbClr val="F0BD76"/>
                </a:solidFill>
                <a:latin typeface="Arial"/>
                <a:ea typeface="Arial"/>
                <a:cs typeface="Arial"/>
              </a:defRPr>
            </a:lvl3pPr>
            <a:lvl4pPr algn="l">
              <a:defRPr sz="1650" b="1">
                <a:solidFill>
                  <a:srgbClr val="F0BD76"/>
                </a:solidFill>
                <a:latin typeface="Arial"/>
                <a:ea typeface="Arial"/>
                <a:cs typeface="Arial"/>
              </a:defRPr>
            </a:lvl4pPr>
            <a:lvl5pPr algn="l">
              <a:defRPr sz="1650" b="1">
                <a:solidFill>
                  <a:srgbClr val="F0BD76"/>
                </a:solidFill>
                <a:latin typeface="Arial"/>
                <a:ea typeface="Arial"/>
                <a:cs typeface="Arial"/>
              </a:defRPr>
            </a:lvl5pPr>
            <a:lvl6pPr algn="l">
              <a:defRPr sz="1650" b="1">
                <a:solidFill>
                  <a:srgbClr val="F0BD76"/>
                </a:solidFill>
                <a:latin typeface="Arial"/>
                <a:ea typeface="Arial"/>
                <a:cs typeface="Arial"/>
              </a:defRPr>
            </a:lvl6pPr>
            <a:lvl7pPr algn="l">
              <a:defRPr sz="1650" b="1">
                <a:solidFill>
                  <a:srgbClr val="F0BD76"/>
                </a:solidFill>
                <a:latin typeface="Arial"/>
                <a:ea typeface="Arial"/>
                <a:cs typeface="Arial"/>
              </a:defRPr>
            </a:lvl7pPr>
            <a:lvl8pPr algn="l">
              <a:defRPr sz="1650" b="1">
                <a:solidFill>
                  <a:srgbClr val="F0BD76"/>
                </a:solidFill>
                <a:latin typeface="Arial"/>
                <a:ea typeface="Arial"/>
                <a:cs typeface="Arial"/>
              </a:defRPr>
            </a:lvl8pPr>
            <a:lvl9pPr algn="l">
              <a:defRPr sz="1650" b="1">
                <a:solidFill>
                  <a:srgbClr val="F0BD76"/>
                </a:solidFill>
                <a:latin typeface="Arial"/>
                <a:ea typeface="Arial"/>
                <a:cs typeface="Arial"/>
              </a:defRPr>
            </a:lvl9pPr>
          </a:lstStyle>
          <a:p xmlns:a="http://schemas.openxmlformats.org/drawingml/2006/main">
            <a:pPr algn="l">
              <a:defRPr sz="1650" b="1">
                <a:solidFill>
                  <a:srgbClr val="F0BD76"/>
                </a:solidFill>
                <a:latin typeface="Arial"/>
                <a:ea typeface="Arial"/>
                <a:cs typeface="Arial"/>
              </a:defRPr>
            </a:pPr>
            <a:r>
              <a:rPr sz="1650" b="1">
                <a:solidFill>
                  <a:srgbClr val="F0BD76"/>
                </a:solidFill>
                <a:latin typeface="Arial"/>
                <a:ea typeface="Arial"/>
                <a:cs typeface="Arial"/>
              </a:rPr>
              <a:t>Recovery is at least once; pure task idempotency and stale-result fencing matter.</a:t>
            </a:r>
          </a:p>
        </p:txBody>
      </p:sp>
    </p:spTree>
    <p:extLst>
      <p:ext uri="{BB962C8B-B14F-4D97-AF65-F5344CB8AC3E}">
        <p14:creationId xmlns:p14="http://schemas.microsoft.com/office/powerpoint/2010/main" val="2006458268"/>
      </p:ext>
    </p:extLst>
  </p:cSld>
</p:sld>
</file>

<file path=ppt/slides/slide5.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19" name="section-5">
            <a:extLst xmlns:a="http://schemas.openxmlformats.org/drawingml/2006/main">
              <a:ext uri="{FF2B5EF4-FFF2-40B4-BE49-F238E27FC236}">
                <a16:creationId xmlns:a16="http://schemas.microsoft.com/office/drawing/2014/main" id="{B20BC7B1-35F5-4E18-8AD6-4CA4E4EC55FA}"/>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CONTROLS</a:t>
            </a:r>
          </a:p>
        </p:txBody>
      </p:sp>
      <p:sp>
        <p:nvSpPr>
          <p:cNvPr id="2" name="title-5">
            <a:extLst xmlns:a="http://schemas.openxmlformats.org/drawingml/2006/main">
              <a:ext uri="{FF2B5EF4-FFF2-40B4-BE49-F238E27FC236}">
                <a16:creationId xmlns:a16="http://schemas.microsoft.com/office/drawing/2014/main" id="{8767FB29-C46D-4411-9A7A-CCCFB8C92F2C}"/>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7605"/>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Trust boundaries shape access, tools and retrieved content</a:t>
            </a:r>
          </a:p>
        </p:txBody>
      </p:sp>
      <p:sp>
        <p:nvSpPr>
          <p:cNvPr id="3" name="title-rule-5">
            <a:extLst xmlns:a="http://schemas.openxmlformats.org/drawingml/2006/main">
              <a:ext uri="{FF2B5EF4-FFF2-40B4-BE49-F238E27FC236}">
                <a16:creationId xmlns:a16="http://schemas.microsoft.com/office/drawing/2014/main" id="{CCCF8A15-FE65-49F9-948E-290BE20B28E2}"/>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5">
            <a:extLst xmlns:a="http://schemas.openxmlformats.org/drawingml/2006/main">
              <a:ext uri="{FF2B5EF4-FFF2-40B4-BE49-F238E27FC236}">
                <a16:creationId xmlns:a16="http://schemas.microsoft.com/office/drawing/2014/main" id="{89524641-FD70-4F3A-B3DD-EBCE7F3BBC77}"/>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5">
            <a:extLst xmlns:a="http://schemas.openxmlformats.org/drawingml/2006/main">
              <a:ext uri="{FF2B5EF4-FFF2-40B4-BE49-F238E27FC236}">
                <a16:creationId xmlns:a16="http://schemas.microsoft.com/office/drawing/2014/main" id="{AE4C4F1A-F49A-4182-8ECC-727DDFE762F2}"/>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5">
            <a:extLst xmlns:a="http://schemas.openxmlformats.org/drawingml/2006/main">
              <a:ext uri="{FF2B5EF4-FFF2-40B4-BE49-F238E27FC236}">
                <a16:creationId xmlns:a16="http://schemas.microsoft.com/office/drawing/2014/main" id="{C869D87D-DB35-4BCB-9986-4EB85C6A87FD}"/>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05</a:t>
            </a:r>
          </a:p>
        </p:txBody>
      </p:sp>
      <p:sp>
        <p:nvSpPr>
          <p:cNvPr id="7" name="control-a-marker">
            <a:extLst xmlns:a="http://schemas.openxmlformats.org/drawingml/2006/main">
              <a:ext uri="{FF2B5EF4-FFF2-40B4-BE49-F238E27FC236}">
                <a16:creationId xmlns:a16="http://schemas.microsoft.com/office/drawing/2014/main" id="{24A6F764-8B77-48C8-AF86-EA6CB7553112}"/>
              </a:ext>
            </a:extLst>
          </p:cNvPr>
          <p:cNvSpPr>
            <a:spLocks xmlns:a="http://schemas.openxmlformats.org/drawingml/2006/main" noGrp="1"/>
          </p:cNvSpPr>
          <p:nvPr/>
        </p:nvSpPr>
        <p:spPr>
          <a:xfrm xmlns:a="http://schemas.openxmlformats.org/drawingml/2006/main">
            <a:off x="685800" y="1809750"/>
            <a:ext cx="47625" cy="228600"/>
          </a:xfrm>
          <a:prstGeom xmlns:a="http://schemas.openxmlformats.org/drawingml/2006/main" prst="rect">
            <a:avLst/>
          </a:prstGeom>
          <a:solidFill xmlns:a="http://schemas.openxmlformats.org/drawingml/2006/main">
            <a:srgbClr val="70C9BC"/>
          </a:solidFill>
          <a:ln xmlns:a="http://schemas.openxmlformats.org/drawingml/2006/main" w="0">
            <a:noFill/>
            <a:prstDash val="solid"/>
          </a:ln>
        </p:spPr>
      </p:sp>
      <p:sp>
        <p:nvSpPr>
          <p:cNvPr id="8" name="control-a-heading">
            <a:extLst xmlns:a="http://schemas.openxmlformats.org/drawingml/2006/main">
              <a:ext uri="{FF2B5EF4-FFF2-40B4-BE49-F238E27FC236}">
                <a16:creationId xmlns:a16="http://schemas.microsoft.com/office/drawing/2014/main" id="{F769C545-7E84-4508-BBCC-967D7D5C1DEE}"/>
              </a:ext>
            </a:extLst>
          </p:cNvPr>
          <p:cNvSpPr>
            <a:spLocks xmlns:a="http://schemas.openxmlformats.org/drawingml/2006/main" noGrp="1"/>
          </p:cNvSpPr>
          <p:nvPr/>
        </p:nvSpPr>
        <p:spPr>
          <a:xfrm xmlns:a="http://schemas.openxmlformats.org/drawingml/2006/main">
            <a:off x="914400" y="1752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0E8"/>
                </a:solidFill>
                <a:latin typeface="Arial"/>
                <a:ea typeface="Arial"/>
                <a:cs typeface="Arial"/>
              </a:defRPr>
            </a:defPPr>
            <a:lvl1pPr algn="l">
              <a:defRPr sz="1875" b="1">
                <a:solidFill>
                  <a:srgbClr val="F2F0E8"/>
                </a:solidFill>
                <a:latin typeface="Arial"/>
                <a:ea typeface="Arial"/>
                <a:cs typeface="Arial"/>
              </a:defRPr>
            </a:lvl1pPr>
            <a:lvl2pPr algn="l">
              <a:defRPr sz="1875" b="1">
                <a:solidFill>
                  <a:srgbClr val="F2F0E8"/>
                </a:solidFill>
                <a:latin typeface="Arial"/>
                <a:ea typeface="Arial"/>
                <a:cs typeface="Arial"/>
              </a:defRPr>
            </a:lvl2pPr>
            <a:lvl3pPr algn="l">
              <a:defRPr sz="1875" b="1">
                <a:solidFill>
                  <a:srgbClr val="F2F0E8"/>
                </a:solidFill>
                <a:latin typeface="Arial"/>
                <a:ea typeface="Arial"/>
                <a:cs typeface="Arial"/>
              </a:defRPr>
            </a:lvl3pPr>
            <a:lvl4pPr algn="l">
              <a:defRPr sz="1875" b="1">
                <a:solidFill>
                  <a:srgbClr val="F2F0E8"/>
                </a:solidFill>
                <a:latin typeface="Arial"/>
                <a:ea typeface="Arial"/>
                <a:cs typeface="Arial"/>
              </a:defRPr>
            </a:lvl4pPr>
            <a:lvl5pPr algn="l">
              <a:defRPr sz="1875" b="1">
                <a:solidFill>
                  <a:srgbClr val="F2F0E8"/>
                </a:solidFill>
                <a:latin typeface="Arial"/>
                <a:ea typeface="Arial"/>
                <a:cs typeface="Arial"/>
              </a:defRPr>
            </a:lvl5pPr>
            <a:lvl6pPr algn="l">
              <a:defRPr sz="1875" b="1">
                <a:solidFill>
                  <a:srgbClr val="F2F0E8"/>
                </a:solidFill>
                <a:latin typeface="Arial"/>
                <a:ea typeface="Arial"/>
                <a:cs typeface="Arial"/>
              </a:defRPr>
            </a:lvl6pPr>
            <a:lvl7pPr algn="l">
              <a:defRPr sz="1875" b="1">
                <a:solidFill>
                  <a:srgbClr val="F2F0E8"/>
                </a:solidFill>
                <a:latin typeface="Arial"/>
                <a:ea typeface="Arial"/>
                <a:cs typeface="Arial"/>
              </a:defRPr>
            </a:lvl7pPr>
            <a:lvl8pPr algn="l">
              <a:defRPr sz="1875" b="1">
                <a:solidFill>
                  <a:srgbClr val="F2F0E8"/>
                </a:solidFill>
                <a:latin typeface="Arial"/>
                <a:ea typeface="Arial"/>
                <a:cs typeface="Arial"/>
              </a:defRPr>
            </a:lvl8pPr>
            <a:lvl9pPr algn="l">
              <a:defRPr sz="1875" b="1">
                <a:solidFill>
                  <a:srgbClr val="F2F0E8"/>
                </a:solidFill>
                <a:latin typeface="Arial"/>
                <a:ea typeface="Arial"/>
                <a:cs typeface="Arial"/>
              </a:defRPr>
            </a:lvl9pPr>
          </a:lstStyle>
          <a:p xmlns:a="http://schemas.openxmlformats.org/drawingml/2006/main">
            <a:pPr algn="l">
              <a:defRPr sz="1875" b="1">
                <a:solidFill>
                  <a:srgbClr val="F2F0E8"/>
                </a:solidFill>
                <a:latin typeface="Arial"/>
                <a:ea typeface="Arial"/>
                <a:cs typeface="Arial"/>
              </a:defRPr>
            </a:pPr>
            <a:r>
              <a:rPr sz="1875" b="1">
                <a:solidFill>
                  <a:srgbClr val="F2F0E8"/>
                </a:solidFill>
                <a:latin typeface="Arial"/>
                <a:ea typeface="Arial"/>
                <a:cs typeface="Arial"/>
              </a:rPr>
              <a:t>Identity and tenancy</a:t>
            </a:r>
          </a:p>
        </p:txBody>
      </p:sp>
      <p:sp>
        <p:nvSpPr>
          <p:cNvPr id="9" name="control-a-body">
            <a:extLst xmlns:a="http://schemas.openxmlformats.org/drawingml/2006/main">
              <a:ext uri="{FF2B5EF4-FFF2-40B4-BE49-F238E27FC236}">
                <a16:creationId xmlns:a16="http://schemas.microsoft.com/office/drawing/2014/main" id="{2E692A2F-0AEF-4655-9BF8-E42857720886}"/>
              </a:ext>
            </a:extLst>
          </p:cNvPr>
          <p:cNvSpPr>
            <a:spLocks xmlns:a="http://schemas.openxmlformats.org/drawingml/2006/main" noGrp="1"/>
          </p:cNvSpPr>
          <p:nvPr/>
        </p:nvSpPr>
        <p:spPr>
          <a:xfrm xmlns:a="http://schemas.openxmlformats.org/drawingml/2006/main">
            <a:off x="914400" y="21336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Cookie sessions, CSRF/origin checks and membership checks scope reads and writes.</a:t>
            </a:r>
          </a:p>
        </p:txBody>
      </p:sp>
      <p:sp>
        <p:nvSpPr>
          <p:cNvPr id="10" name="control-b-marker">
            <a:extLst xmlns:a="http://schemas.openxmlformats.org/drawingml/2006/main">
              <a:ext uri="{FF2B5EF4-FFF2-40B4-BE49-F238E27FC236}">
                <a16:creationId xmlns:a16="http://schemas.microsoft.com/office/drawing/2014/main" id="{17FACC5D-4070-4A1B-B4E3-5C64BC7558F9}"/>
              </a:ext>
            </a:extLst>
          </p:cNvPr>
          <p:cNvSpPr>
            <a:spLocks xmlns:a="http://schemas.openxmlformats.org/drawingml/2006/main" noGrp="1"/>
          </p:cNvSpPr>
          <p:nvPr/>
        </p:nvSpPr>
        <p:spPr>
          <a:xfrm xmlns:a="http://schemas.openxmlformats.org/drawingml/2006/main">
            <a:off x="685800" y="2981325"/>
            <a:ext cx="47625" cy="228600"/>
          </a:xfrm>
          <a:prstGeom xmlns:a="http://schemas.openxmlformats.org/drawingml/2006/main" prst="rect">
            <a:avLst/>
          </a:prstGeom>
          <a:solidFill xmlns:a="http://schemas.openxmlformats.org/drawingml/2006/main">
            <a:srgbClr val="F0BD76"/>
          </a:solidFill>
          <a:ln xmlns:a="http://schemas.openxmlformats.org/drawingml/2006/main" w="0">
            <a:noFill/>
            <a:prstDash val="solid"/>
          </a:ln>
        </p:spPr>
      </p:sp>
      <p:sp>
        <p:nvSpPr>
          <p:cNvPr id="11" name="control-b-heading">
            <a:extLst xmlns:a="http://schemas.openxmlformats.org/drawingml/2006/main">
              <a:ext uri="{FF2B5EF4-FFF2-40B4-BE49-F238E27FC236}">
                <a16:creationId xmlns:a16="http://schemas.microsoft.com/office/drawing/2014/main" id="{426AB66D-7BBE-4058-8EDF-DBAA6E19F236}"/>
              </a:ext>
            </a:extLst>
          </p:cNvPr>
          <p:cNvSpPr>
            <a:spLocks xmlns:a="http://schemas.openxmlformats.org/drawingml/2006/main" noGrp="1"/>
          </p:cNvSpPr>
          <p:nvPr/>
        </p:nvSpPr>
        <p:spPr>
          <a:xfrm xmlns:a="http://schemas.openxmlformats.org/drawingml/2006/main">
            <a:off x="914400" y="29241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0E8"/>
                </a:solidFill>
                <a:latin typeface="Arial"/>
                <a:ea typeface="Arial"/>
                <a:cs typeface="Arial"/>
              </a:defRPr>
            </a:defPPr>
            <a:lvl1pPr algn="l">
              <a:defRPr sz="1875" b="1">
                <a:solidFill>
                  <a:srgbClr val="F2F0E8"/>
                </a:solidFill>
                <a:latin typeface="Arial"/>
                <a:ea typeface="Arial"/>
                <a:cs typeface="Arial"/>
              </a:defRPr>
            </a:lvl1pPr>
            <a:lvl2pPr algn="l">
              <a:defRPr sz="1875" b="1">
                <a:solidFill>
                  <a:srgbClr val="F2F0E8"/>
                </a:solidFill>
                <a:latin typeface="Arial"/>
                <a:ea typeface="Arial"/>
                <a:cs typeface="Arial"/>
              </a:defRPr>
            </a:lvl2pPr>
            <a:lvl3pPr algn="l">
              <a:defRPr sz="1875" b="1">
                <a:solidFill>
                  <a:srgbClr val="F2F0E8"/>
                </a:solidFill>
                <a:latin typeface="Arial"/>
                <a:ea typeface="Arial"/>
                <a:cs typeface="Arial"/>
              </a:defRPr>
            </a:lvl3pPr>
            <a:lvl4pPr algn="l">
              <a:defRPr sz="1875" b="1">
                <a:solidFill>
                  <a:srgbClr val="F2F0E8"/>
                </a:solidFill>
                <a:latin typeface="Arial"/>
                <a:ea typeface="Arial"/>
                <a:cs typeface="Arial"/>
              </a:defRPr>
            </a:lvl4pPr>
            <a:lvl5pPr algn="l">
              <a:defRPr sz="1875" b="1">
                <a:solidFill>
                  <a:srgbClr val="F2F0E8"/>
                </a:solidFill>
                <a:latin typeface="Arial"/>
                <a:ea typeface="Arial"/>
                <a:cs typeface="Arial"/>
              </a:defRPr>
            </a:lvl5pPr>
            <a:lvl6pPr algn="l">
              <a:defRPr sz="1875" b="1">
                <a:solidFill>
                  <a:srgbClr val="F2F0E8"/>
                </a:solidFill>
                <a:latin typeface="Arial"/>
                <a:ea typeface="Arial"/>
                <a:cs typeface="Arial"/>
              </a:defRPr>
            </a:lvl6pPr>
            <a:lvl7pPr algn="l">
              <a:defRPr sz="1875" b="1">
                <a:solidFill>
                  <a:srgbClr val="F2F0E8"/>
                </a:solidFill>
                <a:latin typeface="Arial"/>
                <a:ea typeface="Arial"/>
                <a:cs typeface="Arial"/>
              </a:defRPr>
            </a:lvl7pPr>
            <a:lvl8pPr algn="l">
              <a:defRPr sz="1875" b="1">
                <a:solidFill>
                  <a:srgbClr val="F2F0E8"/>
                </a:solidFill>
                <a:latin typeface="Arial"/>
                <a:ea typeface="Arial"/>
                <a:cs typeface="Arial"/>
              </a:defRPr>
            </a:lvl8pPr>
            <a:lvl9pPr algn="l">
              <a:defRPr sz="1875" b="1">
                <a:solidFill>
                  <a:srgbClr val="F2F0E8"/>
                </a:solidFill>
                <a:latin typeface="Arial"/>
                <a:ea typeface="Arial"/>
                <a:cs typeface="Arial"/>
              </a:defRPr>
            </a:lvl9pPr>
          </a:lstStyle>
          <a:p xmlns:a="http://schemas.openxmlformats.org/drawingml/2006/main">
            <a:pPr algn="l">
              <a:defRPr sz="1875" b="1">
                <a:solidFill>
                  <a:srgbClr val="F2F0E8"/>
                </a:solidFill>
                <a:latin typeface="Arial"/>
                <a:ea typeface="Arial"/>
                <a:cs typeface="Arial"/>
              </a:defRPr>
            </a:pPr>
            <a:r>
              <a:rPr sz="1875" b="1">
                <a:solidFill>
                  <a:srgbClr val="F2F0E8"/>
                </a:solidFill>
                <a:latin typeface="Arial"/>
                <a:ea typeface="Arial"/>
                <a:cs typeface="Arial"/>
              </a:rPr>
              <a:t>Sensitive effects</a:t>
            </a:r>
          </a:p>
        </p:txBody>
      </p:sp>
      <p:sp>
        <p:nvSpPr>
          <p:cNvPr id="12" name="control-b-body">
            <a:extLst xmlns:a="http://schemas.openxmlformats.org/drawingml/2006/main">
              <a:ext uri="{FF2B5EF4-FFF2-40B4-BE49-F238E27FC236}">
                <a16:creationId xmlns:a16="http://schemas.microsoft.com/office/drawing/2014/main" id="{BA061793-A91C-40E4-A003-6B818979EED4}"/>
              </a:ext>
            </a:extLst>
          </p:cNvPr>
          <p:cNvSpPr>
            <a:spLocks xmlns:a="http://schemas.openxmlformats.org/drawingml/2006/main" noGrp="1"/>
          </p:cNvSpPr>
          <p:nvPr/>
        </p:nvSpPr>
        <p:spPr>
          <a:xfrm xmlns:a="http://schemas.openxmlformats.org/drawingml/2006/main">
            <a:off x="914400" y="3305175"/>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External writes pause for approval; canonical argument fingerprints detect tampering.</a:t>
            </a:r>
          </a:p>
        </p:txBody>
      </p:sp>
      <p:sp>
        <p:nvSpPr>
          <p:cNvPr id="13" name="control-c-marker">
            <a:extLst xmlns:a="http://schemas.openxmlformats.org/drawingml/2006/main">
              <a:ext uri="{FF2B5EF4-FFF2-40B4-BE49-F238E27FC236}">
                <a16:creationId xmlns:a16="http://schemas.microsoft.com/office/drawing/2014/main" id="{90C8DCAA-3D00-4B20-AEE5-4158090ECA08}"/>
              </a:ext>
            </a:extLst>
          </p:cNvPr>
          <p:cNvSpPr>
            <a:spLocks xmlns:a="http://schemas.openxmlformats.org/drawingml/2006/main" noGrp="1"/>
          </p:cNvSpPr>
          <p:nvPr/>
        </p:nvSpPr>
        <p:spPr>
          <a:xfrm xmlns:a="http://schemas.openxmlformats.org/drawingml/2006/main">
            <a:off x="685800" y="4152900"/>
            <a:ext cx="47625" cy="228600"/>
          </a:xfrm>
          <a:prstGeom xmlns:a="http://schemas.openxmlformats.org/drawingml/2006/main" prst="rect">
            <a:avLst/>
          </a:prstGeom>
          <a:solidFill xmlns:a="http://schemas.openxmlformats.org/drawingml/2006/main">
            <a:srgbClr val="E58A72"/>
          </a:solidFill>
          <a:ln xmlns:a="http://schemas.openxmlformats.org/drawingml/2006/main" w="0">
            <a:noFill/>
            <a:prstDash val="solid"/>
          </a:ln>
        </p:spPr>
      </p:sp>
      <p:sp>
        <p:nvSpPr>
          <p:cNvPr id="14" name="control-c-heading">
            <a:extLst xmlns:a="http://schemas.openxmlformats.org/drawingml/2006/main">
              <a:ext uri="{FF2B5EF4-FFF2-40B4-BE49-F238E27FC236}">
                <a16:creationId xmlns:a16="http://schemas.microsoft.com/office/drawing/2014/main" id="{6B98246F-7A8D-408E-9053-7B2277E3F9CE}"/>
              </a:ext>
            </a:extLst>
          </p:cNvPr>
          <p:cNvSpPr>
            <a:spLocks xmlns:a="http://schemas.openxmlformats.org/drawingml/2006/main" noGrp="1"/>
          </p:cNvSpPr>
          <p:nvPr/>
        </p:nvSpPr>
        <p:spPr>
          <a:xfrm xmlns:a="http://schemas.openxmlformats.org/drawingml/2006/main">
            <a:off x="914400" y="40957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0E8"/>
                </a:solidFill>
                <a:latin typeface="Arial"/>
                <a:ea typeface="Arial"/>
                <a:cs typeface="Arial"/>
              </a:defRPr>
            </a:defPPr>
            <a:lvl1pPr algn="l">
              <a:defRPr sz="1875" b="1">
                <a:solidFill>
                  <a:srgbClr val="F2F0E8"/>
                </a:solidFill>
                <a:latin typeface="Arial"/>
                <a:ea typeface="Arial"/>
                <a:cs typeface="Arial"/>
              </a:defRPr>
            </a:lvl1pPr>
            <a:lvl2pPr algn="l">
              <a:defRPr sz="1875" b="1">
                <a:solidFill>
                  <a:srgbClr val="F2F0E8"/>
                </a:solidFill>
                <a:latin typeface="Arial"/>
                <a:ea typeface="Arial"/>
                <a:cs typeface="Arial"/>
              </a:defRPr>
            </a:lvl2pPr>
            <a:lvl3pPr algn="l">
              <a:defRPr sz="1875" b="1">
                <a:solidFill>
                  <a:srgbClr val="F2F0E8"/>
                </a:solidFill>
                <a:latin typeface="Arial"/>
                <a:ea typeface="Arial"/>
                <a:cs typeface="Arial"/>
              </a:defRPr>
            </a:lvl3pPr>
            <a:lvl4pPr algn="l">
              <a:defRPr sz="1875" b="1">
                <a:solidFill>
                  <a:srgbClr val="F2F0E8"/>
                </a:solidFill>
                <a:latin typeface="Arial"/>
                <a:ea typeface="Arial"/>
                <a:cs typeface="Arial"/>
              </a:defRPr>
            </a:lvl4pPr>
            <a:lvl5pPr algn="l">
              <a:defRPr sz="1875" b="1">
                <a:solidFill>
                  <a:srgbClr val="F2F0E8"/>
                </a:solidFill>
                <a:latin typeface="Arial"/>
                <a:ea typeface="Arial"/>
                <a:cs typeface="Arial"/>
              </a:defRPr>
            </a:lvl5pPr>
            <a:lvl6pPr algn="l">
              <a:defRPr sz="1875" b="1">
                <a:solidFill>
                  <a:srgbClr val="F2F0E8"/>
                </a:solidFill>
                <a:latin typeface="Arial"/>
                <a:ea typeface="Arial"/>
                <a:cs typeface="Arial"/>
              </a:defRPr>
            </a:lvl6pPr>
            <a:lvl7pPr algn="l">
              <a:defRPr sz="1875" b="1">
                <a:solidFill>
                  <a:srgbClr val="F2F0E8"/>
                </a:solidFill>
                <a:latin typeface="Arial"/>
                <a:ea typeface="Arial"/>
                <a:cs typeface="Arial"/>
              </a:defRPr>
            </a:lvl7pPr>
            <a:lvl8pPr algn="l">
              <a:defRPr sz="1875" b="1">
                <a:solidFill>
                  <a:srgbClr val="F2F0E8"/>
                </a:solidFill>
                <a:latin typeface="Arial"/>
                <a:ea typeface="Arial"/>
                <a:cs typeface="Arial"/>
              </a:defRPr>
            </a:lvl8pPr>
            <a:lvl9pPr algn="l">
              <a:defRPr sz="1875" b="1">
                <a:solidFill>
                  <a:srgbClr val="F2F0E8"/>
                </a:solidFill>
                <a:latin typeface="Arial"/>
                <a:ea typeface="Arial"/>
                <a:cs typeface="Arial"/>
              </a:defRPr>
            </a:lvl9pPr>
          </a:lstStyle>
          <a:p xmlns:a="http://schemas.openxmlformats.org/drawingml/2006/main">
            <a:pPr algn="l">
              <a:defRPr sz="1875" b="1">
                <a:solidFill>
                  <a:srgbClr val="F2F0E8"/>
                </a:solidFill>
                <a:latin typeface="Arial"/>
                <a:ea typeface="Arial"/>
                <a:cs typeface="Arial"/>
              </a:defRPr>
            </a:pPr>
            <a:r>
              <a:rPr sz="1875" b="1">
                <a:solidFill>
                  <a:srgbClr val="F2F0E8"/>
                </a:solidFill>
                <a:latin typeface="Arial"/>
                <a:ea typeface="Arial"/>
                <a:cs typeface="Arial"/>
              </a:rPr>
              <a:t>Untrusted inputs</a:t>
            </a:r>
          </a:p>
        </p:txBody>
      </p:sp>
      <p:sp>
        <p:nvSpPr>
          <p:cNvPr id="15" name="control-c-body">
            <a:extLst xmlns:a="http://schemas.openxmlformats.org/drawingml/2006/main">
              <a:ext uri="{FF2B5EF4-FFF2-40B4-BE49-F238E27FC236}">
                <a16:creationId xmlns:a16="http://schemas.microsoft.com/office/drawing/2014/main" id="{6E796CB0-65D3-4E6A-9390-E3920F2D13F0}"/>
              </a:ext>
            </a:extLst>
          </p:cNvPr>
          <p:cNvSpPr>
            <a:spLocks xmlns:a="http://schemas.openxmlformats.org/drawingml/2006/main" noGrp="1"/>
          </p:cNvSpPr>
          <p:nvPr/>
        </p:nvSpPr>
        <p:spPr>
          <a:xfrm xmlns:a="http://schemas.openxmlformats.org/drawingml/2006/main">
            <a:off x="914400" y="447675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Research and documents are evidence, not instructions. CSV formulas are treated as data and escaped on export.</a:t>
            </a:r>
          </a:p>
        </p:txBody>
      </p:sp>
      <p:sp>
        <p:nvSpPr>
          <p:cNvPr id="16" name="control-d-marker">
            <a:extLst xmlns:a="http://schemas.openxmlformats.org/drawingml/2006/main">
              <a:ext uri="{FF2B5EF4-FFF2-40B4-BE49-F238E27FC236}">
                <a16:creationId xmlns:a16="http://schemas.microsoft.com/office/drawing/2014/main" id="{06D18AFC-3466-4DD3-868C-02C56D5DB8E1}"/>
              </a:ext>
            </a:extLst>
          </p:cNvPr>
          <p:cNvSpPr>
            <a:spLocks xmlns:a="http://schemas.openxmlformats.org/drawingml/2006/main" noGrp="1"/>
          </p:cNvSpPr>
          <p:nvPr/>
        </p:nvSpPr>
        <p:spPr>
          <a:xfrm xmlns:a="http://schemas.openxmlformats.org/drawingml/2006/main">
            <a:off x="685800" y="5324475"/>
            <a:ext cx="47625" cy="228600"/>
          </a:xfrm>
          <a:prstGeom xmlns:a="http://schemas.openxmlformats.org/drawingml/2006/main" prst="rect">
            <a:avLst/>
          </a:prstGeom>
          <a:solidFill xmlns:a="http://schemas.openxmlformats.org/drawingml/2006/main">
            <a:srgbClr val="70C9BC"/>
          </a:solidFill>
          <a:ln xmlns:a="http://schemas.openxmlformats.org/drawingml/2006/main" w="0">
            <a:noFill/>
            <a:prstDash val="solid"/>
          </a:ln>
        </p:spPr>
      </p:sp>
      <p:sp>
        <p:nvSpPr>
          <p:cNvPr id="17" name="control-d-heading">
            <a:extLst xmlns:a="http://schemas.openxmlformats.org/drawingml/2006/main">
              <a:ext uri="{FF2B5EF4-FFF2-40B4-BE49-F238E27FC236}">
                <a16:creationId xmlns:a16="http://schemas.microsoft.com/office/drawing/2014/main" id="{FB9D0F2F-BF37-42B9-84BE-7632F0D6FB00}"/>
              </a:ext>
            </a:extLst>
          </p:cNvPr>
          <p:cNvSpPr>
            <a:spLocks xmlns:a="http://schemas.openxmlformats.org/drawingml/2006/main" noGrp="1"/>
          </p:cNvSpPr>
          <p:nvPr/>
        </p:nvSpPr>
        <p:spPr>
          <a:xfrm xmlns:a="http://schemas.openxmlformats.org/drawingml/2006/main">
            <a:off x="914400" y="52673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0E8"/>
                </a:solidFill>
                <a:latin typeface="Arial"/>
                <a:ea typeface="Arial"/>
                <a:cs typeface="Arial"/>
              </a:defRPr>
            </a:defPPr>
            <a:lvl1pPr algn="l">
              <a:defRPr sz="1875" b="1">
                <a:solidFill>
                  <a:srgbClr val="F2F0E8"/>
                </a:solidFill>
                <a:latin typeface="Arial"/>
                <a:ea typeface="Arial"/>
                <a:cs typeface="Arial"/>
              </a:defRPr>
            </a:lvl1pPr>
            <a:lvl2pPr algn="l">
              <a:defRPr sz="1875" b="1">
                <a:solidFill>
                  <a:srgbClr val="F2F0E8"/>
                </a:solidFill>
                <a:latin typeface="Arial"/>
                <a:ea typeface="Arial"/>
                <a:cs typeface="Arial"/>
              </a:defRPr>
            </a:lvl2pPr>
            <a:lvl3pPr algn="l">
              <a:defRPr sz="1875" b="1">
                <a:solidFill>
                  <a:srgbClr val="F2F0E8"/>
                </a:solidFill>
                <a:latin typeface="Arial"/>
                <a:ea typeface="Arial"/>
                <a:cs typeface="Arial"/>
              </a:defRPr>
            </a:lvl3pPr>
            <a:lvl4pPr algn="l">
              <a:defRPr sz="1875" b="1">
                <a:solidFill>
                  <a:srgbClr val="F2F0E8"/>
                </a:solidFill>
                <a:latin typeface="Arial"/>
                <a:ea typeface="Arial"/>
                <a:cs typeface="Arial"/>
              </a:defRPr>
            </a:lvl4pPr>
            <a:lvl5pPr algn="l">
              <a:defRPr sz="1875" b="1">
                <a:solidFill>
                  <a:srgbClr val="F2F0E8"/>
                </a:solidFill>
                <a:latin typeface="Arial"/>
                <a:ea typeface="Arial"/>
                <a:cs typeface="Arial"/>
              </a:defRPr>
            </a:lvl5pPr>
            <a:lvl6pPr algn="l">
              <a:defRPr sz="1875" b="1">
                <a:solidFill>
                  <a:srgbClr val="F2F0E8"/>
                </a:solidFill>
                <a:latin typeface="Arial"/>
                <a:ea typeface="Arial"/>
                <a:cs typeface="Arial"/>
              </a:defRPr>
            </a:lvl6pPr>
            <a:lvl7pPr algn="l">
              <a:defRPr sz="1875" b="1">
                <a:solidFill>
                  <a:srgbClr val="F2F0E8"/>
                </a:solidFill>
                <a:latin typeface="Arial"/>
                <a:ea typeface="Arial"/>
                <a:cs typeface="Arial"/>
              </a:defRPr>
            </a:lvl7pPr>
            <a:lvl8pPr algn="l">
              <a:defRPr sz="1875" b="1">
                <a:solidFill>
                  <a:srgbClr val="F2F0E8"/>
                </a:solidFill>
                <a:latin typeface="Arial"/>
                <a:ea typeface="Arial"/>
                <a:cs typeface="Arial"/>
              </a:defRPr>
            </a:lvl8pPr>
            <a:lvl9pPr algn="l">
              <a:defRPr sz="1875" b="1">
                <a:solidFill>
                  <a:srgbClr val="F2F0E8"/>
                </a:solidFill>
                <a:latin typeface="Arial"/>
                <a:ea typeface="Arial"/>
                <a:cs typeface="Arial"/>
              </a:defRPr>
            </a:lvl9pPr>
          </a:lstStyle>
          <a:p xmlns:a="http://schemas.openxmlformats.org/drawingml/2006/main">
            <a:pPr algn="l">
              <a:defRPr sz="1875" b="1">
                <a:solidFill>
                  <a:srgbClr val="F2F0E8"/>
                </a:solidFill>
                <a:latin typeface="Arial"/>
                <a:ea typeface="Arial"/>
                <a:cs typeface="Arial"/>
              </a:defRPr>
            </a:pPr>
            <a:r>
              <a:rPr sz="1875" b="1">
                <a:solidFill>
                  <a:srgbClr val="F2F0E8"/>
                </a:solidFill>
                <a:latin typeface="Arial"/>
                <a:ea typeface="Arial"/>
                <a:cs typeface="Arial"/>
              </a:rPr>
              <a:t>Isolated execution</a:t>
            </a:r>
          </a:p>
        </p:txBody>
      </p:sp>
      <p:sp>
        <p:nvSpPr>
          <p:cNvPr id="18" name="control-d-body">
            <a:extLst xmlns:a="http://schemas.openxmlformats.org/drawingml/2006/main">
              <a:ext uri="{FF2B5EF4-FFF2-40B4-BE49-F238E27FC236}">
                <a16:creationId xmlns:a16="http://schemas.microsoft.com/office/drawing/2014/main" id="{6614FC3F-0D7E-4635-8BAD-9D2D7168A1AB}"/>
              </a:ext>
            </a:extLst>
          </p:cNvPr>
          <p:cNvSpPr>
            <a:spLocks xmlns:a="http://schemas.openxmlformats.org/drawingml/2006/main" noGrp="1"/>
          </p:cNvSpPr>
          <p:nvPr/>
        </p:nvSpPr>
        <p:spPr>
          <a:xfrm xmlns:a="http://schemas.openxmlformats.org/drawingml/2006/main">
            <a:off x="914400" y="5648325"/>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The optional code runner is disabled by default and needs a separate TLS-protected Docker Engine.</a:t>
            </a:r>
          </a:p>
        </p:txBody>
      </p:sp>
    </p:spTree>
    <p:extLst>
      <p:ext uri="{BB962C8B-B14F-4D97-AF65-F5344CB8AC3E}">
        <p14:creationId xmlns:p14="http://schemas.microsoft.com/office/powerpoint/2010/main" val="882846549"/>
      </p:ext>
    </p:extLst>
  </p:cSld>
</p:sld>
</file>

<file path=ppt/slides/slide6.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18" name="section-6">
            <a:extLst xmlns:a="http://schemas.openxmlformats.org/drawingml/2006/main">
              <a:ext uri="{FF2B5EF4-FFF2-40B4-BE49-F238E27FC236}">
                <a16:creationId xmlns:a16="http://schemas.microsoft.com/office/drawing/2014/main" id="{24B97C62-C4EC-451C-AD03-01A02C574713}"/>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EVALUATION</a:t>
            </a:r>
          </a:p>
        </p:txBody>
      </p:sp>
      <p:sp>
        <p:nvSpPr>
          <p:cNvPr id="2" name="title-6">
            <a:extLst xmlns:a="http://schemas.openxmlformats.org/drawingml/2006/main">
              <a:ext uri="{FF2B5EF4-FFF2-40B4-BE49-F238E27FC236}">
                <a16:creationId xmlns:a16="http://schemas.microsoft.com/office/drawing/2014/main" id="{11CD5C78-8CB2-49B5-95CF-7497ED624814}"/>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Checkpoint 15 uses a frozen 78-case evaluation</a:t>
            </a:r>
          </a:p>
        </p:txBody>
      </p:sp>
      <p:sp>
        <p:nvSpPr>
          <p:cNvPr id="3" name="title-rule-6">
            <a:extLst xmlns:a="http://schemas.openxmlformats.org/drawingml/2006/main">
              <a:ext uri="{FF2B5EF4-FFF2-40B4-BE49-F238E27FC236}">
                <a16:creationId xmlns:a16="http://schemas.microsoft.com/office/drawing/2014/main" id="{3475FF2C-F3D1-49FB-A275-3167FCA73C44}"/>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6">
            <a:extLst xmlns:a="http://schemas.openxmlformats.org/drawingml/2006/main">
              <a:ext uri="{FF2B5EF4-FFF2-40B4-BE49-F238E27FC236}">
                <a16:creationId xmlns:a16="http://schemas.microsoft.com/office/drawing/2014/main" id="{2B0AEC52-4F16-4FFC-9681-4F2581272328}"/>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6">
            <a:extLst xmlns:a="http://schemas.openxmlformats.org/drawingml/2006/main">
              <a:ext uri="{FF2B5EF4-FFF2-40B4-BE49-F238E27FC236}">
                <a16:creationId xmlns:a16="http://schemas.microsoft.com/office/drawing/2014/main" id="{9ECB8129-2F7E-4C57-90B2-369BBB5248E4}"/>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6">
            <a:extLst xmlns:a="http://schemas.openxmlformats.org/drawingml/2006/main">
              <a:ext uri="{FF2B5EF4-FFF2-40B4-BE49-F238E27FC236}">
                <a16:creationId xmlns:a16="http://schemas.microsoft.com/office/drawing/2014/main" id="{E3585A09-4262-410F-A208-512A824DE940}"/>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06</a:t>
            </a:r>
          </a:p>
        </p:txBody>
      </p:sp>
      <p:sp>
        <p:nvSpPr>
          <p:cNvPr id="7" name="eval-count">
            <a:extLst xmlns:a="http://schemas.openxmlformats.org/drawingml/2006/main">
              <a:ext uri="{FF2B5EF4-FFF2-40B4-BE49-F238E27FC236}">
                <a16:creationId xmlns:a16="http://schemas.microsoft.com/office/drawing/2014/main" id="{8D570138-54DF-46FB-9B9E-46EBE50D8031}"/>
              </a:ext>
            </a:extLst>
          </p:cNvPr>
          <p:cNvSpPr>
            <a:spLocks xmlns:a="http://schemas.openxmlformats.org/drawingml/2006/main" noGrp="1"/>
          </p:cNvSpPr>
          <p:nvPr/>
        </p:nvSpPr>
        <p:spPr>
          <a:xfrm xmlns:a="http://schemas.openxmlformats.org/drawingml/2006/main">
            <a:off x="800100" y="1943100"/>
            <a:ext cx="22479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400" b="1">
                <a:solidFill>
                  <a:srgbClr val="70C9BC"/>
                </a:solidFill>
                <a:latin typeface="Arial"/>
                <a:ea typeface="Arial"/>
                <a:cs typeface="Arial"/>
              </a:defRPr>
            </a:defPPr>
            <a:lvl1pPr algn="l">
              <a:defRPr sz="8400" b="1">
                <a:solidFill>
                  <a:srgbClr val="70C9BC"/>
                </a:solidFill>
                <a:latin typeface="Arial"/>
                <a:ea typeface="Arial"/>
                <a:cs typeface="Arial"/>
              </a:defRPr>
            </a:lvl1pPr>
            <a:lvl2pPr algn="l">
              <a:defRPr sz="8400" b="1">
                <a:solidFill>
                  <a:srgbClr val="70C9BC"/>
                </a:solidFill>
                <a:latin typeface="Arial"/>
                <a:ea typeface="Arial"/>
                <a:cs typeface="Arial"/>
              </a:defRPr>
            </a:lvl2pPr>
            <a:lvl3pPr algn="l">
              <a:defRPr sz="8400" b="1">
                <a:solidFill>
                  <a:srgbClr val="70C9BC"/>
                </a:solidFill>
                <a:latin typeface="Arial"/>
                <a:ea typeface="Arial"/>
                <a:cs typeface="Arial"/>
              </a:defRPr>
            </a:lvl3pPr>
            <a:lvl4pPr algn="l">
              <a:defRPr sz="8400" b="1">
                <a:solidFill>
                  <a:srgbClr val="70C9BC"/>
                </a:solidFill>
                <a:latin typeface="Arial"/>
                <a:ea typeface="Arial"/>
                <a:cs typeface="Arial"/>
              </a:defRPr>
            </a:lvl4pPr>
            <a:lvl5pPr algn="l">
              <a:defRPr sz="8400" b="1">
                <a:solidFill>
                  <a:srgbClr val="70C9BC"/>
                </a:solidFill>
                <a:latin typeface="Arial"/>
                <a:ea typeface="Arial"/>
                <a:cs typeface="Arial"/>
              </a:defRPr>
            </a:lvl5pPr>
            <a:lvl6pPr algn="l">
              <a:defRPr sz="8400" b="1">
                <a:solidFill>
                  <a:srgbClr val="70C9BC"/>
                </a:solidFill>
                <a:latin typeface="Arial"/>
                <a:ea typeface="Arial"/>
                <a:cs typeface="Arial"/>
              </a:defRPr>
            </a:lvl6pPr>
            <a:lvl7pPr algn="l">
              <a:defRPr sz="8400" b="1">
                <a:solidFill>
                  <a:srgbClr val="70C9BC"/>
                </a:solidFill>
                <a:latin typeface="Arial"/>
                <a:ea typeface="Arial"/>
                <a:cs typeface="Arial"/>
              </a:defRPr>
            </a:lvl7pPr>
            <a:lvl8pPr algn="l">
              <a:defRPr sz="8400" b="1">
                <a:solidFill>
                  <a:srgbClr val="70C9BC"/>
                </a:solidFill>
                <a:latin typeface="Arial"/>
                <a:ea typeface="Arial"/>
                <a:cs typeface="Arial"/>
              </a:defRPr>
            </a:lvl8pPr>
            <a:lvl9pPr algn="l">
              <a:defRPr sz="8400" b="1">
                <a:solidFill>
                  <a:srgbClr val="70C9BC"/>
                </a:solidFill>
                <a:latin typeface="Arial"/>
                <a:ea typeface="Arial"/>
                <a:cs typeface="Arial"/>
              </a:defRPr>
            </a:lvl9pPr>
          </a:lstStyle>
          <a:p xmlns:a="http://schemas.openxmlformats.org/drawingml/2006/main">
            <a:pPr algn="l">
              <a:defRPr sz="8400" b="1">
                <a:solidFill>
                  <a:srgbClr val="70C9BC"/>
                </a:solidFill>
                <a:latin typeface="Arial"/>
                <a:ea typeface="Arial"/>
                <a:cs typeface="Arial"/>
              </a:defRPr>
            </a:pPr>
            <a:r>
              <a:rPr sz="8400" b="1">
                <a:solidFill>
                  <a:srgbClr val="70C9BC"/>
                </a:solidFill>
                <a:latin typeface="Arial"/>
                <a:ea typeface="Arial"/>
                <a:cs typeface="Arial"/>
              </a:rPr>
              <a:t>78</a:t>
            </a:r>
          </a:p>
        </p:txBody>
      </p:sp>
      <p:sp>
        <p:nvSpPr>
          <p:cNvPr id="8" name="eval-label">
            <a:extLst xmlns:a="http://schemas.openxmlformats.org/drawingml/2006/main">
              <a:ext uri="{FF2B5EF4-FFF2-40B4-BE49-F238E27FC236}">
                <a16:creationId xmlns:a16="http://schemas.microsoft.com/office/drawing/2014/main" id="{1890DD27-F106-457C-8CFD-6455C92652F3}"/>
              </a:ext>
            </a:extLst>
          </p:cNvPr>
          <p:cNvSpPr>
            <a:spLocks xmlns:a="http://schemas.openxmlformats.org/drawingml/2006/main" noGrp="1"/>
          </p:cNvSpPr>
          <p:nvPr/>
        </p:nvSpPr>
        <p:spPr>
          <a:xfrm xmlns:a="http://schemas.openxmlformats.org/drawingml/2006/main">
            <a:off x="904875" y="33337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A8B7BC"/>
                </a:solidFill>
                <a:latin typeface="Arial"/>
                <a:ea typeface="Arial"/>
                <a:cs typeface="Arial"/>
              </a:defRPr>
            </a:defPPr>
            <a:lvl1pPr algn="l">
              <a:defRPr sz="1875" b="1">
                <a:solidFill>
                  <a:srgbClr val="A8B7BC"/>
                </a:solidFill>
                <a:latin typeface="Arial"/>
                <a:ea typeface="Arial"/>
                <a:cs typeface="Arial"/>
              </a:defRPr>
            </a:lvl1pPr>
            <a:lvl2pPr algn="l">
              <a:defRPr sz="1875" b="1">
                <a:solidFill>
                  <a:srgbClr val="A8B7BC"/>
                </a:solidFill>
                <a:latin typeface="Arial"/>
                <a:ea typeface="Arial"/>
                <a:cs typeface="Arial"/>
              </a:defRPr>
            </a:lvl2pPr>
            <a:lvl3pPr algn="l">
              <a:defRPr sz="1875" b="1">
                <a:solidFill>
                  <a:srgbClr val="A8B7BC"/>
                </a:solidFill>
                <a:latin typeface="Arial"/>
                <a:ea typeface="Arial"/>
                <a:cs typeface="Arial"/>
              </a:defRPr>
            </a:lvl3pPr>
            <a:lvl4pPr algn="l">
              <a:defRPr sz="1875" b="1">
                <a:solidFill>
                  <a:srgbClr val="A8B7BC"/>
                </a:solidFill>
                <a:latin typeface="Arial"/>
                <a:ea typeface="Arial"/>
                <a:cs typeface="Arial"/>
              </a:defRPr>
            </a:lvl4pPr>
            <a:lvl5pPr algn="l">
              <a:defRPr sz="1875" b="1">
                <a:solidFill>
                  <a:srgbClr val="A8B7BC"/>
                </a:solidFill>
                <a:latin typeface="Arial"/>
                <a:ea typeface="Arial"/>
                <a:cs typeface="Arial"/>
              </a:defRPr>
            </a:lvl5pPr>
            <a:lvl6pPr algn="l">
              <a:defRPr sz="1875" b="1">
                <a:solidFill>
                  <a:srgbClr val="A8B7BC"/>
                </a:solidFill>
                <a:latin typeface="Arial"/>
                <a:ea typeface="Arial"/>
                <a:cs typeface="Arial"/>
              </a:defRPr>
            </a:lvl6pPr>
            <a:lvl7pPr algn="l">
              <a:defRPr sz="1875" b="1">
                <a:solidFill>
                  <a:srgbClr val="A8B7BC"/>
                </a:solidFill>
                <a:latin typeface="Arial"/>
                <a:ea typeface="Arial"/>
                <a:cs typeface="Arial"/>
              </a:defRPr>
            </a:lvl7pPr>
            <a:lvl8pPr algn="l">
              <a:defRPr sz="1875" b="1">
                <a:solidFill>
                  <a:srgbClr val="A8B7BC"/>
                </a:solidFill>
                <a:latin typeface="Arial"/>
                <a:ea typeface="Arial"/>
                <a:cs typeface="Arial"/>
              </a:defRPr>
            </a:lvl8pPr>
            <a:lvl9pPr algn="l">
              <a:defRPr sz="1875" b="1">
                <a:solidFill>
                  <a:srgbClr val="A8B7BC"/>
                </a:solidFill>
                <a:latin typeface="Arial"/>
                <a:ea typeface="Arial"/>
                <a:cs typeface="Arial"/>
              </a:defRPr>
            </a:lvl9pPr>
          </a:lstStyle>
          <a:p xmlns:a="http://schemas.openxmlformats.org/drawingml/2006/main">
            <a:pPr algn="l">
              <a:defRPr sz="1875" b="1">
                <a:solidFill>
                  <a:srgbClr val="A8B7BC"/>
                </a:solidFill>
                <a:latin typeface="Arial"/>
                <a:ea typeface="Arial"/>
                <a:cs typeface="Arial"/>
              </a:defRPr>
            </a:pPr>
            <a:r>
              <a:rPr sz="1875" b="1">
                <a:solidFill>
                  <a:srgbClr val="A8B7BC"/>
                </a:solidFill>
                <a:latin typeface="Arial"/>
                <a:ea typeface="Arial"/>
                <a:cs typeface="Arial"/>
              </a:rPr>
              <a:t>frozen cases</a:t>
            </a:r>
          </a:p>
        </p:txBody>
      </p:sp>
      <p:sp>
        <p:nvSpPr>
          <p:cNvPr id="9" name="eval-divider">
            <a:extLst xmlns:a="http://schemas.openxmlformats.org/drawingml/2006/main">
              <a:ext uri="{FF2B5EF4-FFF2-40B4-BE49-F238E27FC236}">
                <a16:creationId xmlns:a16="http://schemas.microsoft.com/office/drawing/2014/main" id="{6C519FE0-DE3D-4050-9F2A-FB1714E54025}"/>
              </a:ext>
            </a:extLst>
          </p:cNvPr>
          <p:cNvSpPr>
            <a:spLocks xmlns:a="http://schemas.openxmlformats.org/drawingml/2006/main" noGrp="1"/>
          </p:cNvSpPr>
          <p:nvPr/>
        </p:nvSpPr>
        <p:spPr>
          <a:xfrm xmlns:a="http://schemas.openxmlformats.org/drawingml/2006/main">
            <a:off x="3524250" y="1952625"/>
            <a:ext cx="0" cy="2809875"/>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10" name="eval-valid">
            <a:extLst xmlns:a="http://schemas.openxmlformats.org/drawingml/2006/main">
              <a:ext uri="{FF2B5EF4-FFF2-40B4-BE49-F238E27FC236}">
                <a16:creationId xmlns:a16="http://schemas.microsoft.com/office/drawing/2014/main" id="{6D90851D-E232-4EC6-BDF4-18D9C0EF52DB}"/>
              </a:ext>
            </a:extLst>
          </p:cNvPr>
          <p:cNvSpPr>
            <a:spLocks xmlns:a="http://schemas.openxmlformats.org/drawingml/2006/main" noGrp="1"/>
          </p:cNvSpPr>
          <p:nvPr/>
        </p:nvSpPr>
        <p:spPr>
          <a:xfrm xmlns:a="http://schemas.openxmlformats.org/drawingml/2006/main">
            <a:off x="3905250" y="2028825"/>
            <a:ext cx="171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650" b="1">
                <a:solidFill>
                  <a:srgbClr val="F2F0E8"/>
                </a:solidFill>
                <a:latin typeface="Arial"/>
                <a:ea typeface="Arial"/>
                <a:cs typeface="Arial"/>
              </a:defRPr>
            </a:defPPr>
            <a:lvl1pPr algn="l">
              <a:defRPr sz="4650" b="1">
                <a:solidFill>
                  <a:srgbClr val="F2F0E8"/>
                </a:solidFill>
                <a:latin typeface="Arial"/>
                <a:ea typeface="Arial"/>
                <a:cs typeface="Arial"/>
              </a:defRPr>
            </a:lvl1pPr>
            <a:lvl2pPr algn="l">
              <a:defRPr sz="4650" b="1">
                <a:solidFill>
                  <a:srgbClr val="F2F0E8"/>
                </a:solidFill>
                <a:latin typeface="Arial"/>
                <a:ea typeface="Arial"/>
                <a:cs typeface="Arial"/>
              </a:defRPr>
            </a:lvl2pPr>
            <a:lvl3pPr algn="l">
              <a:defRPr sz="4650" b="1">
                <a:solidFill>
                  <a:srgbClr val="F2F0E8"/>
                </a:solidFill>
                <a:latin typeface="Arial"/>
                <a:ea typeface="Arial"/>
                <a:cs typeface="Arial"/>
              </a:defRPr>
            </a:lvl3pPr>
            <a:lvl4pPr algn="l">
              <a:defRPr sz="4650" b="1">
                <a:solidFill>
                  <a:srgbClr val="F2F0E8"/>
                </a:solidFill>
                <a:latin typeface="Arial"/>
                <a:ea typeface="Arial"/>
                <a:cs typeface="Arial"/>
              </a:defRPr>
            </a:lvl4pPr>
            <a:lvl5pPr algn="l">
              <a:defRPr sz="4650" b="1">
                <a:solidFill>
                  <a:srgbClr val="F2F0E8"/>
                </a:solidFill>
                <a:latin typeface="Arial"/>
                <a:ea typeface="Arial"/>
                <a:cs typeface="Arial"/>
              </a:defRPr>
            </a:lvl5pPr>
            <a:lvl6pPr algn="l">
              <a:defRPr sz="4650" b="1">
                <a:solidFill>
                  <a:srgbClr val="F2F0E8"/>
                </a:solidFill>
                <a:latin typeface="Arial"/>
                <a:ea typeface="Arial"/>
                <a:cs typeface="Arial"/>
              </a:defRPr>
            </a:lvl6pPr>
            <a:lvl7pPr algn="l">
              <a:defRPr sz="4650" b="1">
                <a:solidFill>
                  <a:srgbClr val="F2F0E8"/>
                </a:solidFill>
                <a:latin typeface="Arial"/>
                <a:ea typeface="Arial"/>
                <a:cs typeface="Arial"/>
              </a:defRPr>
            </a:lvl7pPr>
            <a:lvl8pPr algn="l">
              <a:defRPr sz="4650" b="1">
                <a:solidFill>
                  <a:srgbClr val="F2F0E8"/>
                </a:solidFill>
                <a:latin typeface="Arial"/>
                <a:ea typeface="Arial"/>
                <a:cs typeface="Arial"/>
              </a:defRPr>
            </a:lvl8pPr>
            <a:lvl9pPr algn="l">
              <a:defRPr sz="4650" b="1">
                <a:solidFill>
                  <a:srgbClr val="F2F0E8"/>
                </a:solidFill>
                <a:latin typeface="Arial"/>
                <a:ea typeface="Arial"/>
                <a:cs typeface="Arial"/>
              </a:defRPr>
            </a:lvl9pPr>
          </a:lstStyle>
          <a:p xmlns:a="http://schemas.openxmlformats.org/drawingml/2006/main">
            <a:pPr algn="l">
              <a:defRPr sz="4650" b="1">
                <a:solidFill>
                  <a:srgbClr val="F2F0E8"/>
                </a:solidFill>
                <a:latin typeface="Arial"/>
                <a:ea typeface="Arial"/>
                <a:cs typeface="Arial"/>
              </a:defRPr>
            </a:pPr>
            <a:r>
              <a:rPr sz="4650" b="1">
                <a:solidFill>
                  <a:srgbClr val="F2F0E8"/>
                </a:solidFill>
                <a:latin typeface="Arial"/>
                <a:ea typeface="Arial"/>
                <a:cs typeface="Arial"/>
              </a:rPr>
              <a:t>71</a:t>
            </a:r>
          </a:p>
        </p:txBody>
      </p:sp>
      <p:sp>
        <p:nvSpPr>
          <p:cNvPr id="11" name="eval-valid-caption">
            <a:extLst xmlns:a="http://schemas.openxmlformats.org/drawingml/2006/main">
              <a:ext uri="{FF2B5EF4-FFF2-40B4-BE49-F238E27FC236}">
                <a16:creationId xmlns:a16="http://schemas.microsoft.com/office/drawing/2014/main" id="{A9934219-34D2-41EC-BABC-00B45D3D8DB3}"/>
              </a:ext>
            </a:extLst>
          </p:cNvPr>
          <p:cNvSpPr>
            <a:spLocks xmlns:a="http://schemas.openxmlformats.org/drawingml/2006/main" noGrp="1"/>
          </p:cNvSpPr>
          <p:nvPr/>
        </p:nvSpPr>
        <p:spPr>
          <a:xfrm xmlns:a="http://schemas.openxmlformats.org/drawingml/2006/main">
            <a:off x="3924300" y="27717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8B7BC"/>
                </a:solidFill>
                <a:latin typeface="Arial"/>
                <a:ea typeface="Arial"/>
                <a:cs typeface="Arial"/>
              </a:defRPr>
            </a:defPPr>
            <a:lvl1pPr algn="l">
              <a:defRPr sz="1575" b="0">
                <a:solidFill>
                  <a:srgbClr val="A8B7BC"/>
                </a:solidFill>
                <a:latin typeface="Arial"/>
                <a:ea typeface="Arial"/>
                <a:cs typeface="Arial"/>
              </a:defRPr>
            </a:lvl1pPr>
            <a:lvl2pPr algn="l">
              <a:defRPr sz="1575" b="0">
                <a:solidFill>
                  <a:srgbClr val="A8B7BC"/>
                </a:solidFill>
                <a:latin typeface="Arial"/>
                <a:ea typeface="Arial"/>
                <a:cs typeface="Arial"/>
              </a:defRPr>
            </a:lvl2pPr>
            <a:lvl3pPr algn="l">
              <a:defRPr sz="1575" b="0">
                <a:solidFill>
                  <a:srgbClr val="A8B7BC"/>
                </a:solidFill>
                <a:latin typeface="Arial"/>
                <a:ea typeface="Arial"/>
                <a:cs typeface="Arial"/>
              </a:defRPr>
            </a:lvl3pPr>
            <a:lvl4pPr algn="l">
              <a:defRPr sz="1575" b="0">
                <a:solidFill>
                  <a:srgbClr val="A8B7BC"/>
                </a:solidFill>
                <a:latin typeface="Arial"/>
                <a:ea typeface="Arial"/>
                <a:cs typeface="Arial"/>
              </a:defRPr>
            </a:lvl4pPr>
            <a:lvl5pPr algn="l">
              <a:defRPr sz="1575" b="0">
                <a:solidFill>
                  <a:srgbClr val="A8B7BC"/>
                </a:solidFill>
                <a:latin typeface="Arial"/>
                <a:ea typeface="Arial"/>
                <a:cs typeface="Arial"/>
              </a:defRPr>
            </a:lvl5pPr>
            <a:lvl6pPr algn="l">
              <a:defRPr sz="1575" b="0">
                <a:solidFill>
                  <a:srgbClr val="A8B7BC"/>
                </a:solidFill>
                <a:latin typeface="Arial"/>
                <a:ea typeface="Arial"/>
                <a:cs typeface="Arial"/>
              </a:defRPr>
            </a:lvl6pPr>
            <a:lvl7pPr algn="l">
              <a:defRPr sz="1575" b="0">
                <a:solidFill>
                  <a:srgbClr val="A8B7BC"/>
                </a:solidFill>
                <a:latin typeface="Arial"/>
                <a:ea typeface="Arial"/>
                <a:cs typeface="Arial"/>
              </a:defRPr>
            </a:lvl7pPr>
            <a:lvl8pPr algn="l">
              <a:defRPr sz="1575" b="0">
                <a:solidFill>
                  <a:srgbClr val="A8B7BC"/>
                </a:solidFill>
                <a:latin typeface="Arial"/>
                <a:ea typeface="Arial"/>
                <a:cs typeface="Arial"/>
              </a:defRPr>
            </a:lvl8pPr>
            <a:lvl9pPr algn="l">
              <a:defRPr sz="1575" b="0">
                <a:solidFill>
                  <a:srgbClr val="A8B7BC"/>
                </a:solidFill>
                <a:latin typeface="Arial"/>
                <a:ea typeface="Arial"/>
                <a:cs typeface="Arial"/>
              </a:defRPr>
            </a:lvl9pPr>
          </a:lstStyle>
          <a:p xmlns:a="http://schemas.openxmlformats.org/drawingml/2006/main">
            <a:pPr algn="l">
              <a:defRPr sz="1575" b="0">
                <a:solidFill>
                  <a:srgbClr val="A8B7BC"/>
                </a:solidFill>
                <a:latin typeface="Arial"/>
                <a:ea typeface="Arial"/>
                <a:cs typeface="Arial"/>
              </a:defRPr>
            </a:pPr>
            <a:r>
              <a:rPr sz="1575" b="0">
                <a:solidFill>
                  <a:srgbClr val="A8B7BC"/>
                </a:solidFill>
                <a:latin typeface="Arial"/>
                <a:ea typeface="Arial"/>
                <a:cs typeface="Arial"/>
              </a:rPr>
              <a:t>expected success</a:t>
            </a:r>
          </a:p>
        </p:txBody>
      </p:sp>
      <p:sp>
        <p:nvSpPr>
          <p:cNvPr id="12" name="eval-invalid">
            <a:extLst xmlns:a="http://schemas.openxmlformats.org/drawingml/2006/main">
              <a:ext uri="{FF2B5EF4-FFF2-40B4-BE49-F238E27FC236}">
                <a16:creationId xmlns:a16="http://schemas.microsoft.com/office/drawing/2014/main" id="{FB793616-2BC9-40EA-B38B-1E3C0C62ADF0}"/>
              </a:ext>
            </a:extLst>
          </p:cNvPr>
          <p:cNvSpPr>
            <a:spLocks xmlns:a="http://schemas.openxmlformats.org/drawingml/2006/main" noGrp="1"/>
          </p:cNvSpPr>
          <p:nvPr/>
        </p:nvSpPr>
        <p:spPr>
          <a:xfrm xmlns:a="http://schemas.openxmlformats.org/drawingml/2006/main">
            <a:off x="3905250" y="3371850"/>
            <a:ext cx="171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650" b="1">
                <a:solidFill>
                  <a:srgbClr val="F0BD76"/>
                </a:solidFill>
                <a:latin typeface="Arial"/>
                <a:ea typeface="Arial"/>
                <a:cs typeface="Arial"/>
              </a:defRPr>
            </a:defPPr>
            <a:lvl1pPr algn="l">
              <a:defRPr sz="4650" b="1">
                <a:solidFill>
                  <a:srgbClr val="F0BD76"/>
                </a:solidFill>
                <a:latin typeface="Arial"/>
                <a:ea typeface="Arial"/>
                <a:cs typeface="Arial"/>
              </a:defRPr>
            </a:lvl1pPr>
            <a:lvl2pPr algn="l">
              <a:defRPr sz="4650" b="1">
                <a:solidFill>
                  <a:srgbClr val="F0BD76"/>
                </a:solidFill>
                <a:latin typeface="Arial"/>
                <a:ea typeface="Arial"/>
                <a:cs typeface="Arial"/>
              </a:defRPr>
            </a:lvl2pPr>
            <a:lvl3pPr algn="l">
              <a:defRPr sz="4650" b="1">
                <a:solidFill>
                  <a:srgbClr val="F0BD76"/>
                </a:solidFill>
                <a:latin typeface="Arial"/>
                <a:ea typeface="Arial"/>
                <a:cs typeface="Arial"/>
              </a:defRPr>
            </a:lvl3pPr>
            <a:lvl4pPr algn="l">
              <a:defRPr sz="4650" b="1">
                <a:solidFill>
                  <a:srgbClr val="F0BD76"/>
                </a:solidFill>
                <a:latin typeface="Arial"/>
                <a:ea typeface="Arial"/>
                <a:cs typeface="Arial"/>
              </a:defRPr>
            </a:lvl4pPr>
            <a:lvl5pPr algn="l">
              <a:defRPr sz="4650" b="1">
                <a:solidFill>
                  <a:srgbClr val="F0BD76"/>
                </a:solidFill>
                <a:latin typeface="Arial"/>
                <a:ea typeface="Arial"/>
                <a:cs typeface="Arial"/>
              </a:defRPr>
            </a:lvl5pPr>
            <a:lvl6pPr algn="l">
              <a:defRPr sz="4650" b="1">
                <a:solidFill>
                  <a:srgbClr val="F0BD76"/>
                </a:solidFill>
                <a:latin typeface="Arial"/>
                <a:ea typeface="Arial"/>
                <a:cs typeface="Arial"/>
              </a:defRPr>
            </a:lvl6pPr>
            <a:lvl7pPr algn="l">
              <a:defRPr sz="4650" b="1">
                <a:solidFill>
                  <a:srgbClr val="F0BD76"/>
                </a:solidFill>
                <a:latin typeface="Arial"/>
                <a:ea typeface="Arial"/>
                <a:cs typeface="Arial"/>
              </a:defRPr>
            </a:lvl7pPr>
            <a:lvl8pPr algn="l">
              <a:defRPr sz="4650" b="1">
                <a:solidFill>
                  <a:srgbClr val="F0BD76"/>
                </a:solidFill>
                <a:latin typeface="Arial"/>
                <a:ea typeface="Arial"/>
                <a:cs typeface="Arial"/>
              </a:defRPr>
            </a:lvl8pPr>
            <a:lvl9pPr algn="l">
              <a:defRPr sz="4650" b="1">
                <a:solidFill>
                  <a:srgbClr val="F0BD76"/>
                </a:solidFill>
                <a:latin typeface="Arial"/>
                <a:ea typeface="Arial"/>
                <a:cs typeface="Arial"/>
              </a:defRPr>
            </a:lvl9pPr>
          </a:lstStyle>
          <a:p xmlns:a="http://schemas.openxmlformats.org/drawingml/2006/main">
            <a:pPr algn="l">
              <a:defRPr sz="4650" b="1">
                <a:solidFill>
                  <a:srgbClr val="F0BD76"/>
                </a:solidFill>
                <a:latin typeface="Arial"/>
                <a:ea typeface="Arial"/>
                <a:cs typeface="Arial"/>
              </a:defRPr>
            </a:pPr>
            <a:r>
              <a:rPr sz="4650" b="1">
                <a:solidFill>
                  <a:srgbClr val="F0BD76"/>
                </a:solidFill>
                <a:latin typeface="Arial"/>
                <a:ea typeface="Arial"/>
                <a:cs typeface="Arial"/>
              </a:rPr>
              <a:t>7</a:t>
            </a:r>
          </a:p>
        </p:txBody>
      </p:sp>
      <p:sp>
        <p:nvSpPr>
          <p:cNvPr id="13" name="eval-invalid-caption">
            <a:extLst xmlns:a="http://schemas.openxmlformats.org/drawingml/2006/main">
              <a:ext uri="{FF2B5EF4-FFF2-40B4-BE49-F238E27FC236}">
                <a16:creationId xmlns:a16="http://schemas.microsoft.com/office/drawing/2014/main" id="{CEC57AA6-A539-4665-A77B-5D8C8579EDCA}"/>
              </a:ext>
            </a:extLst>
          </p:cNvPr>
          <p:cNvSpPr>
            <a:spLocks xmlns:a="http://schemas.openxmlformats.org/drawingml/2006/main" noGrp="1"/>
          </p:cNvSpPr>
          <p:nvPr/>
        </p:nvSpPr>
        <p:spPr>
          <a:xfrm xmlns:a="http://schemas.openxmlformats.org/drawingml/2006/main">
            <a:off x="3924300" y="41148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8B7BC"/>
                </a:solidFill>
                <a:latin typeface="Arial"/>
                <a:ea typeface="Arial"/>
                <a:cs typeface="Arial"/>
              </a:defRPr>
            </a:defPPr>
            <a:lvl1pPr algn="l">
              <a:defRPr sz="1575" b="0">
                <a:solidFill>
                  <a:srgbClr val="A8B7BC"/>
                </a:solidFill>
                <a:latin typeface="Arial"/>
                <a:ea typeface="Arial"/>
                <a:cs typeface="Arial"/>
              </a:defRPr>
            </a:lvl1pPr>
            <a:lvl2pPr algn="l">
              <a:defRPr sz="1575" b="0">
                <a:solidFill>
                  <a:srgbClr val="A8B7BC"/>
                </a:solidFill>
                <a:latin typeface="Arial"/>
                <a:ea typeface="Arial"/>
                <a:cs typeface="Arial"/>
              </a:defRPr>
            </a:lvl2pPr>
            <a:lvl3pPr algn="l">
              <a:defRPr sz="1575" b="0">
                <a:solidFill>
                  <a:srgbClr val="A8B7BC"/>
                </a:solidFill>
                <a:latin typeface="Arial"/>
                <a:ea typeface="Arial"/>
                <a:cs typeface="Arial"/>
              </a:defRPr>
            </a:lvl3pPr>
            <a:lvl4pPr algn="l">
              <a:defRPr sz="1575" b="0">
                <a:solidFill>
                  <a:srgbClr val="A8B7BC"/>
                </a:solidFill>
                <a:latin typeface="Arial"/>
                <a:ea typeface="Arial"/>
                <a:cs typeface="Arial"/>
              </a:defRPr>
            </a:lvl4pPr>
            <a:lvl5pPr algn="l">
              <a:defRPr sz="1575" b="0">
                <a:solidFill>
                  <a:srgbClr val="A8B7BC"/>
                </a:solidFill>
                <a:latin typeface="Arial"/>
                <a:ea typeface="Arial"/>
                <a:cs typeface="Arial"/>
              </a:defRPr>
            </a:lvl5pPr>
            <a:lvl6pPr algn="l">
              <a:defRPr sz="1575" b="0">
                <a:solidFill>
                  <a:srgbClr val="A8B7BC"/>
                </a:solidFill>
                <a:latin typeface="Arial"/>
                <a:ea typeface="Arial"/>
                <a:cs typeface="Arial"/>
              </a:defRPr>
            </a:lvl6pPr>
            <a:lvl7pPr algn="l">
              <a:defRPr sz="1575" b="0">
                <a:solidFill>
                  <a:srgbClr val="A8B7BC"/>
                </a:solidFill>
                <a:latin typeface="Arial"/>
                <a:ea typeface="Arial"/>
                <a:cs typeface="Arial"/>
              </a:defRPr>
            </a:lvl7pPr>
            <a:lvl8pPr algn="l">
              <a:defRPr sz="1575" b="0">
                <a:solidFill>
                  <a:srgbClr val="A8B7BC"/>
                </a:solidFill>
                <a:latin typeface="Arial"/>
                <a:ea typeface="Arial"/>
                <a:cs typeface="Arial"/>
              </a:defRPr>
            </a:lvl8pPr>
            <a:lvl9pPr algn="l">
              <a:defRPr sz="1575" b="0">
                <a:solidFill>
                  <a:srgbClr val="A8B7BC"/>
                </a:solidFill>
                <a:latin typeface="Arial"/>
                <a:ea typeface="Arial"/>
                <a:cs typeface="Arial"/>
              </a:defRPr>
            </a:lvl9pPr>
          </a:lstStyle>
          <a:p xmlns:a="http://schemas.openxmlformats.org/drawingml/2006/main">
            <a:pPr algn="l">
              <a:defRPr sz="1575" b="0">
                <a:solidFill>
                  <a:srgbClr val="A8B7BC"/>
                </a:solidFill>
                <a:latin typeface="Arial"/>
                <a:ea typeface="Arial"/>
                <a:cs typeface="Arial"/>
              </a:defRPr>
            </a:pPr>
            <a:r>
              <a:rPr sz="1575" b="0">
                <a:solidFill>
                  <a:srgbClr val="A8B7BC"/>
                </a:solidFill>
                <a:latin typeface="Arial"/>
                <a:ea typeface="Arial"/>
                <a:cs typeface="Arial"/>
              </a:rPr>
              <a:t>expected rejection</a:t>
            </a:r>
          </a:p>
        </p:txBody>
      </p:sp>
      <p:sp>
        <p:nvSpPr>
          <p:cNvPr id="14" name="eval-modes-title">
            <a:extLst xmlns:a="http://schemas.openxmlformats.org/drawingml/2006/main">
              <a:ext uri="{FF2B5EF4-FFF2-40B4-BE49-F238E27FC236}">
                <a16:creationId xmlns:a16="http://schemas.microsoft.com/office/drawing/2014/main" id="{F6F1D953-5417-4622-BD2E-DB5A9DD564F7}"/>
              </a:ext>
            </a:extLst>
          </p:cNvPr>
          <p:cNvSpPr>
            <a:spLocks xmlns:a="http://schemas.openxmlformats.org/drawingml/2006/main" noGrp="1"/>
          </p:cNvSpPr>
          <p:nvPr/>
        </p:nvSpPr>
        <p:spPr>
          <a:xfrm xmlns:a="http://schemas.openxmlformats.org/drawingml/2006/main">
            <a:off x="6858000" y="195262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2F0E8"/>
                </a:solidFill>
                <a:latin typeface="Arial"/>
                <a:ea typeface="Arial"/>
                <a:cs typeface="Arial"/>
              </a:defRPr>
            </a:defPPr>
            <a:lvl1pPr algn="l">
              <a:defRPr sz="2325" b="1">
                <a:solidFill>
                  <a:srgbClr val="F2F0E8"/>
                </a:solidFill>
                <a:latin typeface="Arial"/>
                <a:ea typeface="Arial"/>
                <a:cs typeface="Arial"/>
              </a:defRPr>
            </a:lvl1pPr>
            <a:lvl2pPr algn="l">
              <a:defRPr sz="2325" b="1">
                <a:solidFill>
                  <a:srgbClr val="F2F0E8"/>
                </a:solidFill>
                <a:latin typeface="Arial"/>
                <a:ea typeface="Arial"/>
                <a:cs typeface="Arial"/>
              </a:defRPr>
            </a:lvl2pPr>
            <a:lvl3pPr algn="l">
              <a:defRPr sz="2325" b="1">
                <a:solidFill>
                  <a:srgbClr val="F2F0E8"/>
                </a:solidFill>
                <a:latin typeface="Arial"/>
                <a:ea typeface="Arial"/>
                <a:cs typeface="Arial"/>
              </a:defRPr>
            </a:lvl3pPr>
            <a:lvl4pPr algn="l">
              <a:defRPr sz="2325" b="1">
                <a:solidFill>
                  <a:srgbClr val="F2F0E8"/>
                </a:solidFill>
                <a:latin typeface="Arial"/>
                <a:ea typeface="Arial"/>
                <a:cs typeface="Arial"/>
              </a:defRPr>
            </a:lvl4pPr>
            <a:lvl5pPr algn="l">
              <a:defRPr sz="2325" b="1">
                <a:solidFill>
                  <a:srgbClr val="F2F0E8"/>
                </a:solidFill>
                <a:latin typeface="Arial"/>
                <a:ea typeface="Arial"/>
                <a:cs typeface="Arial"/>
              </a:defRPr>
            </a:lvl5pPr>
            <a:lvl6pPr algn="l">
              <a:defRPr sz="2325" b="1">
                <a:solidFill>
                  <a:srgbClr val="F2F0E8"/>
                </a:solidFill>
                <a:latin typeface="Arial"/>
                <a:ea typeface="Arial"/>
                <a:cs typeface="Arial"/>
              </a:defRPr>
            </a:lvl6pPr>
            <a:lvl7pPr algn="l">
              <a:defRPr sz="2325" b="1">
                <a:solidFill>
                  <a:srgbClr val="F2F0E8"/>
                </a:solidFill>
                <a:latin typeface="Arial"/>
                <a:ea typeface="Arial"/>
                <a:cs typeface="Arial"/>
              </a:defRPr>
            </a:lvl7pPr>
            <a:lvl8pPr algn="l">
              <a:defRPr sz="2325" b="1">
                <a:solidFill>
                  <a:srgbClr val="F2F0E8"/>
                </a:solidFill>
                <a:latin typeface="Arial"/>
                <a:ea typeface="Arial"/>
                <a:cs typeface="Arial"/>
              </a:defRPr>
            </a:lvl8pPr>
            <a:lvl9pPr algn="l">
              <a:defRPr sz="2325" b="1">
                <a:solidFill>
                  <a:srgbClr val="F2F0E8"/>
                </a:solidFill>
                <a:latin typeface="Arial"/>
                <a:ea typeface="Arial"/>
                <a:cs typeface="Arial"/>
              </a:defRPr>
            </a:lvl9pPr>
          </a:lstStyle>
          <a:p xmlns:a="http://schemas.openxmlformats.org/drawingml/2006/main">
            <a:pPr algn="l">
              <a:defRPr sz="2325" b="1">
                <a:solidFill>
                  <a:srgbClr val="F2F0E8"/>
                </a:solidFill>
                <a:latin typeface="Arial"/>
                <a:ea typeface="Arial"/>
                <a:cs typeface="Arial"/>
              </a:defRPr>
            </a:pPr>
            <a:r>
              <a:rPr sz="2325" b="1">
                <a:solidFill>
                  <a:srgbClr val="F2F0E8"/>
                </a:solidFill>
                <a:latin typeface="Arial"/>
                <a:ea typeface="Arial"/>
                <a:cs typeface="Arial"/>
              </a:rPr>
              <a:t>Three baselines</a:t>
            </a:r>
          </a:p>
        </p:txBody>
      </p:sp>
      <p:sp>
        <p:nvSpPr>
          <p:cNvPr id="15" name="eval-modes">
            <a:extLst xmlns:a="http://schemas.openxmlformats.org/drawingml/2006/main">
              <a:ext uri="{FF2B5EF4-FFF2-40B4-BE49-F238E27FC236}">
                <a16:creationId xmlns:a16="http://schemas.microsoft.com/office/drawing/2014/main" id="{C0B5BD21-0158-423B-93C7-952CA8E6F913}"/>
              </a:ext>
            </a:extLst>
          </p:cNvPr>
          <p:cNvSpPr>
            <a:spLocks xmlns:a="http://schemas.openxmlformats.org/drawingml/2006/main" noGrp="1"/>
          </p:cNvSpPr>
          <p:nvPr/>
        </p:nvSpPr>
        <p:spPr>
          <a:xfrm xmlns:a="http://schemas.openxmlformats.org/drawingml/2006/main">
            <a:off x="6858000" y="2486025"/>
            <a:ext cx="3810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A8B7BC"/>
                </a:solidFill>
                <a:latin typeface="Arial"/>
                <a:ea typeface="Arial"/>
                <a:cs typeface="Arial"/>
              </a:defRPr>
            </a:defPPr>
            <a:lvl1pPr algn="l">
              <a:defRPr sz="1800" b="0">
                <a:solidFill>
                  <a:srgbClr val="A8B7BC"/>
                </a:solidFill>
                <a:latin typeface="Arial"/>
                <a:ea typeface="Arial"/>
                <a:cs typeface="Arial"/>
              </a:defRPr>
            </a:lvl1pPr>
            <a:lvl2pPr algn="l">
              <a:defRPr sz="1800" b="0">
                <a:solidFill>
                  <a:srgbClr val="A8B7BC"/>
                </a:solidFill>
                <a:latin typeface="Arial"/>
                <a:ea typeface="Arial"/>
                <a:cs typeface="Arial"/>
              </a:defRPr>
            </a:lvl2pPr>
            <a:lvl3pPr algn="l">
              <a:defRPr sz="1800" b="0">
                <a:solidFill>
                  <a:srgbClr val="A8B7BC"/>
                </a:solidFill>
                <a:latin typeface="Arial"/>
                <a:ea typeface="Arial"/>
                <a:cs typeface="Arial"/>
              </a:defRPr>
            </a:lvl3pPr>
            <a:lvl4pPr algn="l">
              <a:defRPr sz="1800" b="0">
                <a:solidFill>
                  <a:srgbClr val="A8B7BC"/>
                </a:solidFill>
                <a:latin typeface="Arial"/>
                <a:ea typeface="Arial"/>
                <a:cs typeface="Arial"/>
              </a:defRPr>
            </a:lvl4pPr>
            <a:lvl5pPr algn="l">
              <a:defRPr sz="1800" b="0">
                <a:solidFill>
                  <a:srgbClr val="A8B7BC"/>
                </a:solidFill>
                <a:latin typeface="Arial"/>
                <a:ea typeface="Arial"/>
                <a:cs typeface="Arial"/>
              </a:defRPr>
            </a:lvl5pPr>
            <a:lvl6pPr algn="l">
              <a:defRPr sz="1800" b="0">
                <a:solidFill>
                  <a:srgbClr val="A8B7BC"/>
                </a:solidFill>
                <a:latin typeface="Arial"/>
                <a:ea typeface="Arial"/>
                <a:cs typeface="Arial"/>
              </a:defRPr>
            </a:lvl6pPr>
            <a:lvl7pPr algn="l">
              <a:defRPr sz="1800" b="0">
                <a:solidFill>
                  <a:srgbClr val="A8B7BC"/>
                </a:solidFill>
                <a:latin typeface="Arial"/>
                <a:ea typeface="Arial"/>
                <a:cs typeface="Arial"/>
              </a:defRPr>
            </a:lvl7pPr>
            <a:lvl8pPr algn="l">
              <a:defRPr sz="1800" b="0">
                <a:solidFill>
                  <a:srgbClr val="A8B7BC"/>
                </a:solidFill>
                <a:latin typeface="Arial"/>
                <a:ea typeface="Arial"/>
                <a:cs typeface="Arial"/>
              </a:defRPr>
            </a:lvl8pPr>
            <a:lvl9pPr algn="l">
              <a:defRPr sz="1800" b="0">
                <a:solidFill>
                  <a:srgbClr val="A8B7BC"/>
                </a:solidFill>
                <a:latin typeface="Arial"/>
                <a:ea typeface="Arial"/>
                <a:cs typeface="Arial"/>
              </a:defRPr>
            </a:lvl9pPr>
          </a:lstStyle>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Direct registry</a:t>
            </a:r>
          </a:p>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Fixed routing</a:t>
            </a:r>
          </a:p>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Adaptive routing</a:t>
            </a:r>
          </a:p>
        </p:txBody>
      </p:sp>
      <p:sp>
        <p:nvSpPr>
          <p:cNvPr id="16" name="eval-replicates">
            <a:extLst xmlns:a="http://schemas.openxmlformats.org/drawingml/2006/main">
              <a:ext uri="{FF2B5EF4-FFF2-40B4-BE49-F238E27FC236}">
                <a16:creationId xmlns:a16="http://schemas.microsoft.com/office/drawing/2014/main" id="{3141FD0E-0D17-4361-8DD6-2CD9CD35D9A1}"/>
              </a:ext>
            </a:extLst>
          </p:cNvPr>
          <p:cNvSpPr>
            <a:spLocks xmlns:a="http://schemas.openxmlformats.org/drawingml/2006/main" noGrp="1"/>
          </p:cNvSpPr>
          <p:nvPr/>
        </p:nvSpPr>
        <p:spPr>
          <a:xfrm xmlns:a="http://schemas.openxmlformats.org/drawingml/2006/main">
            <a:off x="6858000" y="4086225"/>
            <a:ext cx="438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70C9BC"/>
                </a:solidFill>
                <a:latin typeface="Arial"/>
                <a:ea typeface="Arial"/>
                <a:cs typeface="Arial"/>
              </a:defRPr>
            </a:defPPr>
            <a:lvl1pPr algn="l">
              <a:defRPr sz="1650" b="1">
                <a:solidFill>
                  <a:srgbClr val="70C9BC"/>
                </a:solidFill>
                <a:latin typeface="Arial"/>
                <a:ea typeface="Arial"/>
                <a:cs typeface="Arial"/>
              </a:defRPr>
            </a:lvl1pPr>
            <a:lvl2pPr algn="l">
              <a:defRPr sz="1650" b="1">
                <a:solidFill>
                  <a:srgbClr val="70C9BC"/>
                </a:solidFill>
                <a:latin typeface="Arial"/>
                <a:ea typeface="Arial"/>
                <a:cs typeface="Arial"/>
              </a:defRPr>
            </a:lvl2pPr>
            <a:lvl3pPr algn="l">
              <a:defRPr sz="1650" b="1">
                <a:solidFill>
                  <a:srgbClr val="70C9BC"/>
                </a:solidFill>
                <a:latin typeface="Arial"/>
                <a:ea typeface="Arial"/>
                <a:cs typeface="Arial"/>
              </a:defRPr>
            </a:lvl3pPr>
            <a:lvl4pPr algn="l">
              <a:defRPr sz="1650" b="1">
                <a:solidFill>
                  <a:srgbClr val="70C9BC"/>
                </a:solidFill>
                <a:latin typeface="Arial"/>
                <a:ea typeface="Arial"/>
                <a:cs typeface="Arial"/>
              </a:defRPr>
            </a:lvl4pPr>
            <a:lvl5pPr algn="l">
              <a:defRPr sz="1650" b="1">
                <a:solidFill>
                  <a:srgbClr val="70C9BC"/>
                </a:solidFill>
                <a:latin typeface="Arial"/>
                <a:ea typeface="Arial"/>
                <a:cs typeface="Arial"/>
              </a:defRPr>
            </a:lvl5pPr>
            <a:lvl6pPr algn="l">
              <a:defRPr sz="1650" b="1">
                <a:solidFill>
                  <a:srgbClr val="70C9BC"/>
                </a:solidFill>
                <a:latin typeface="Arial"/>
                <a:ea typeface="Arial"/>
                <a:cs typeface="Arial"/>
              </a:defRPr>
            </a:lvl6pPr>
            <a:lvl7pPr algn="l">
              <a:defRPr sz="1650" b="1">
                <a:solidFill>
                  <a:srgbClr val="70C9BC"/>
                </a:solidFill>
                <a:latin typeface="Arial"/>
                <a:ea typeface="Arial"/>
                <a:cs typeface="Arial"/>
              </a:defRPr>
            </a:lvl7pPr>
            <a:lvl8pPr algn="l">
              <a:defRPr sz="1650" b="1">
                <a:solidFill>
                  <a:srgbClr val="70C9BC"/>
                </a:solidFill>
                <a:latin typeface="Arial"/>
                <a:ea typeface="Arial"/>
                <a:cs typeface="Arial"/>
              </a:defRPr>
            </a:lvl8pPr>
            <a:lvl9pPr algn="l">
              <a:defRPr sz="1650" b="1">
                <a:solidFill>
                  <a:srgbClr val="70C9BC"/>
                </a:solidFill>
                <a:latin typeface="Arial"/>
                <a:ea typeface="Arial"/>
                <a:cs typeface="Arial"/>
              </a:defRPr>
            </a:lvl9pPr>
          </a:lstStyle>
          <a:p xmlns:a="http://schemas.openxmlformats.org/drawingml/2006/main">
            <a:pPr algn="l">
              <a:defRPr sz="1650" b="1">
                <a:solidFill>
                  <a:srgbClr val="70C9BC"/>
                </a:solidFill>
                <a:latin typeface="Arial"/>
                <a:ea typeface="Arial"/>
                <a:cs typeface="Arial"/>
              </a:defRPr>
            </a:pPr>
            <a:r>
              <a:rPr sz="1650" b="1">
                <a:solidFill>
                  <a:srgbClr val="70C9BC"/>
                </a:solidFill>
                <a:latin typeface="Arial"/>
                <a:ea typeface="Arial"/>
                <a:cs typeface="Arial"/>
              </a:rPr>
              <a:t>3 replicates by default  =  234 observations per mode</a:t>
            </a:r>
          </a:p>
        </p:txBody>
      </p:sp>
      <p:sp>
        <p:nvSpPr>
          <p:cNvPr id="17" name="eval-hash">
            <a:extLst xmlns:a="http://schemas.openxmlformats.org/drawingml/2006/main">
              <a:ext uri="{FF2B5EF4-FFF2-40B4-BE49-F238E27FC236}">
                <a16:creationId xmlns:a16="http://schemas.microsoft.com/office/drawing/2014/main" id="{CB6225A4-C26D-49C8-B1FD-EF783AE0921B}"/>
              </a:ext>
            </a:extLst>
          </p:cNvPr>
          <p:cNvSpPr>
            <a:spLocks xmlns:a="http://schemas.openxmlformats.org/drawingml/2006/main" noGrp="1"/>
          </p:cNvSpPr>
          <p:nvPr/>
        </p:nvSpPr>
        <p:spPr>
          <a:xfrm xmlns:a="http://schemas.openxmlformats.org/drawingml/2006/main">
            <a:off x="762000" y="53149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8B7BC"/>
                </a:solidFill>
                <a:latin typeface="Arial"/>
                <a:ea typeface="Arial"/>
                <a:cs typeface="Arial"/>
              </a:defRPr>
            </a:defPPr>
            <a:lvl1pPr algn="l">
              <a:defRPr sz="1500" b="0">
                <a:solidFill>
                  <a:srgbClr val="A8B7BC"/>
                </a:solidFill>
                <a:latin typeface="Arial"/>
                <a:ea typeface="Arial"/>
                <a:cs typeface="Arial"/>
              </a:defRPr>
            </a:lvl1pPr>
            <a:lvl2pPr algn="l">
              <a:defRPr sz="1500" b="0">
                <a:solidFill>
                  <a:srgbClr val="A8B7BC"/>
                </a:solidFill>
                <a:latin typeface="Arial"/>
                <a:ea typeface="Arial"/>
                <a:cs typeface="Arial"/>
              </a:defRPr>
            </a:lvl2pPr>
            <a:lvl3pPr algn="l">
              <a:defRPr sz="1500" b="0">
                <a:solidFill>
                  <a:srgbClr val="A8B7BC"/>
                </a:solidFill>
                <a:latin typeface="Arial"/>
                <a:ea typeface="Arial"/>
                <a:cs typeface="Arial"/>
              </a:defRPr>
            </a:lvl3pPr>
            <a:lvl4pPr algn="l">
              <a:defRPr sz="1500" b="0">
                <a:solidFill>
                  <a:srgbClr val="A8B7BC"/>
                </a:solidFill>
                <a:latin typeface="Arial"/>
                <a:ea typeface="Arial"/>
                <a:cs typeface="Arial"/>
              </a:defRPr>
            </a:lvl4pPr>
            <a:lvl5pPr algn="l">
              <a:defRPr sz="1500" b="0">
                <a:solidFill>
                  <a:srgbClr val="A8B7BC"/>
                </a:solidFill>
                <a:latin typeface="Arial"/>
                <a:ea typeface="Arial"/>
                <a:cs typeface="Arial"/>
              </a:defRPr>
            </a:lvl5pPr>
            <a:lvl6pPr algn="l">
              <a:defRPr sz="1500" b="0">
                <a:solidFill>
                  <a:srgbClr val="A8B7BC"/>
                </a:solidFill>
                <a:latin typeface="Arial"/>
                <a:ea typeface="Arial"/>
                <a:cs typeface="Arial"/>
              </a:defRPr>
            </a:lvl6pPr>
            <a:lvl7pPr algn="l">
              <a:defRPr sz="1500" b="0">
                <a:solidFill>
                  <a:srgbClr val="A8B7BC"/>
                </a:solidFill>
                <a:latin typeface="Arial"/>
                <a:ea typeface="Arial"/>
                <a:cs typeface="Arial"/>
              </a:defRPr>
            </a:lvl7pPr>
            <a:lvl8pPr algn="l">
              <a:defRPr sz="1500" b="0">
                <a:solidFill>
                  <a:srgbClr val="A8B7BC"/>
                </a:solidFill>
                <a:latin typeface="Arial"/>
                <a:ea typeface="Arial"/>
                <a:cs typeface="Arial"/>
              </a:defRPr>
            </a:lvl8pPr>
            <a:lvl9pPr algn="l">
              <a:defRPr sz="1500" b="0">
                <a:solidFill>
                  <a:srgbClr val="A8B7BC"/>
                </a:solidFill>
                <a:latin typeface="Arial"/>
                <a:ea typeface="Arial"/>
                <a:cs typeface="Arial"/>
              </a:defRPr>
            </a:lvl9pPr>
          </a:lstStyle>
          <a:p xmlns:a="http://schemas.openxmlformats.org/drawingml/2006/main">
            <a:pPr algn="l">
              <a:defRPr sz="1500" b="0">
                <a:solidFill>
                  <a:srgbClr val="A8B7BC"/>
                </a:solidFill>
                <a:latin typeface="Arial"/>
                <a:ea typeface="Arial"/>
                <a:cs typeface="Arial"/>
              </a:defRPr>
            </a:pPr>
            <a:r>
              <a:rPr sz="1500" b="0">
                <a:solidFill>
                  <a:srgbClr val="A8B7BC"/>
                </a:solidFill>
                <a:latin typeface="Arial"/>
                <a:ea typeface="Arial"/>
                <a:cs typeface="Arial"/>
              </a:rPr>
              <a:t>Raw fixture bytes are SHA-256 hashed and recorded with every result.</a:t>
            </a:r>
          </a:p>
        </p:txBody>
      </p:sp>
    </p:spTree>
    <p:extLst>
      <p:ext uri="{BB962C8B-B14F-4D97-AF65-F5344CB8AC3E}">
        <p14:creationId xmlns:p14="http://schemas.microsoft.com/office/powerpoint/2010/main" val="720755667"/>
      </p:ext>
    </p:extLst>
  </p:cSld>
</p:sld>
</file>

<file path=ppt/slides/slide7.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16" name="section-7">
            <a:extLst xmlns:a="http://schemas.openxmlformats.org/drawingml/2006/main">
              <a:ext uri="{FF2B5EF4-FFF2-40B4-BE49-F238E27FC236}">
                <a16:creationId xmlns:a16="http://schemas.microsoft.com/office/drawing/2014/main" id="{2C001140-A67F-4E69-B81C-CB5FF857C730}"/>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FINDINGS</a:t>
            </a:r>
          </a:p>
        </p:txBody>
      </p:sp>
      <p:sp>
        <p:nvSpPr>
          <p:cNvPr id="2" name="title-7">
            <a:extLst xmlns:a="http://schemas.openxmlformats.org/drawingml/2006/main">
              <a:ext uri="{FF2B5EF4-FFF2-40B4-BE49-F238E27FC236}">
                <a16:creationId xmlns:a16="http://schemas.microsoft.com/office/drawing/2014/main" id="{040EEA78-2743-4B7D-8E9F-C440B7C96978}"/>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The evaluation checks behavior, not superiority</a:t>
            </a:r>
          </a:p>
        </p:txBody>
      </p:sp>
      <p:sp>
        <p:nvSpPr>
          <p:cNvPr id="3" name="title-rule-7">
            <a:extLst xmlns:a="http://schemas.openxmlformats.org/drawingml/2006/main">
              <a:ext uri="{FF2B5EF4-FFF2-40B4-BE49-F238E27FC236}">
                <a16:creationId xmlns:a16="http://schemas.microsoft.com/office/drawing/2014/main" id="{7BDCEC3D-CCC1-443C-9CC8-176E457D5490}"/>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7">
            <a:extLst xmlns:a="http://schemas.openxmlformats.org/drawingml/2006/main">
              <a:ext uri="{FF2B5EF4-FFF2-40B4-BE49-F238E27FC236}">
                <a16:creationId xmlns:a16="http://schemas.microsoft.com/office/drawing/2014/main" id="{DFAEA3A8-EE6B-4744-AB86-94AFA776DAC7}"/>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7">
            <a:extLst xmlns:a="http://schemas.openxmlformats.org/drawingml/2006/main">
              <a:ext uri="{FF2B5EF4-FFF2-40B4-BE49-F238E27FC236}">
                <a16:creationId xmlns:a16="http://schemas.microsoft.com/office/drawing/2014/main" id="{C15720F2-97B5-42A4-83E0-EEF23B36C0FF}"/>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7">
            <a:extLst xmlns:a="http://schemas.openxmlformats.org/drawingml/2006/main">
              <a:ext uri="{FF2B5EF4-FFF2-40B4-BE49-F238E27FC236}">
                <a16:creationId xmlns:a16="http://schemas.microsoft.com/office/drawing/2014/main" id="{1E85AF0C-DE2D-4485-83E3-B9F6E5C515B8}"/>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07</a:t>
            </a:r>
          </a:p>
        </p:txBody>
      </p:sp>
      <p:sp>
        <p:nvSpPr>
          <p:cNvPr id="7" name="findings-one">
            <a:extLst xmlns:a="http://schemas.openxmlformats.org/drawingml/2006/main">
              <a:ext uri="{FF2B5EF4-FFF2-40B4-BE49-F238E27FC236}">
                <a16:creationId xmlns:a16="http://schemas.microsoft.com/office/drawing/2014/main" id="{F1066150-B0D8-4455-90A4-4C1EE30A2444}"/>
              </a:ext>
            </a:extLst>
          </p:cNvPr>
          <p:cNvSpPr>
            <a:spLocks xmlns:a="http://schemas.openxmlformats.org/drawingml/2006/main" noGrp="1"/>
          </p:cNvSpPr>
          <p:nvPr/>
        </p:nvSpPr>
        <p:spPr>
          <a:xfrm xmlns:a="http://schemas.openxmlformats.org/drawingml/2006/main">
            <a:off x="742950" y="1933575"/>
            <a:ext cx="3476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70C9BC"/>
                </a:solidFill>
                <a:latin typeface="Arial"/>
                <a:ea typeface="Arial"/>
                <a:cs typeface="Arial"/>
              </a:defRPr>
            </a:defPPr>
            <a:lvl1pPr algn="l">
              <a:defRPr sz="2325" b="1">
                <a:solidFill>
                  <a:srgbClr val="70C9BC"/>
                </a:solidFill>
                <a:latin typeface="Arial"/>
                <a:ea typeface="Arial"/>
                <a:cs typeface="Arial"/>
              </a:defRPr>
            </a:lvl1pPr>
            <a:lvl2pPr algn="l">
              <a:defRPr sz="2325" b="1">
                <a:solidFill>
                  <a:srgbClr val="70C9BC"/>
                </a:solidFill>
                <a:latin typeface="Arial"/>
                <a:ea typeface="Arial"/>
                <a:cs typeface="Arial"/>
              </a:defRPr>
            </a:lvl2pPr>
            <a:lvl3pPr algn="l">
              <a:defRPr sz="2325" b="1">
                <a:solidFill>
                  <a:srgbClr val="70C9BC"/>
                </a:solidFill>
                <a:latin typeface="Arial"/>
                <a:ea typeface="Arial"/>
                <a:cs typeface="Arial"/>
              </a:defRPr>
            </a:lvl3pPr>
            <a:lvl4pPr algn="l">
              <a:defRPr sz="2325" b="1">
                <a:solidFill>
                  <a:srgbClr val="70C9BC"/>
                </a:solidFill>
                <a:latin typeface="Arial"/>
                <a:ea typeface="Arial"/>
                <a:cs typeface="Arial"/>
              </a:defRPr>
            </a:lvl4pPr>
            <a:lvl5pPr algn="l">
              <a:defRPr sz="2325" b="1">
                <a:solidFill>
                  <a:srgbClr val="70C9BC"/>
                </a:solidFill>
                <a:latin typeface="Arial"/>
                <a:ea typeface="Arial"/>
                <a:cs typeface="Arial"/>
              </a:defRPr>
            </a:lvl5pPr>
            <a:lvl6pPr algn="l">
              <a:defRPr sz="2325" b="1">
                <a:solidFill>
                  <a:srgbClr val="70C9BC"/>
                </a:solidFill>
                <a:latin typeface="Arial"/>
                <a:ea typeface="Arial"/>
                <a:cs typeface="Arial"/>
              </a:defRPr>
            </a:lvl6pPr>
            <a:lvl7pPr algn="l">
              <a:defRPr sz="2325" b="1">
                <a:solidFill>
                  <a:srgbClr val="70C9BC"/>
                </a:solidFill>
                <a:latin typeface="Arial"/>
                <a:ea typeface="Arial"/>
                <a:cs typeface="Arial"/>
              </a:defRPr>
            </a:lvl7pPr>
            <a:lvl8pPr algn="l">
              <a:defRPr sz="2325" b="1">
                <a:solidFill>
                  <a:srgbClr val="70C9BC"/>
                </a:solidFill>
                <a:latin typeface="Arial"/>
                <a:ea typeface="Arial"/>
                <a:cs typeface="Arial"/>
              </a:defRPr>
            </a:lvl8pPr>
            <a:lvl9pPr algn="l">
              <a:defRPr sz="2325" b="1">
                <a:solidFill>
                  <a:srgbClr val="70C9BC"/>
                </a:solidFill>
                <a:latin typeface="Arial"/>
                <a:ea typeface="Arial"/>
                <a:cs typeface="Arial"/>
              </a:defRPr>
            </a:lvl9pPr>
          </a:lstStyle>
          <a:p xmlns:a="http://schemas.openxmlformats.org/drawingml/2006/main">
            <a:pPr algn="l">
              <a:defRPr sz="2325" b="1">
                <a:solidFill>
                  <a:srgbClr val="70C9BC"/>
                </a:solidFill>
                <a:latin typeface="Arial"/>
                <a:ea typeface="Arial"/>
                <a:cs typeface="Arial"/>
              </a:defRPr>
            </a:pPr>
            <a:r>
              <a:rPr sz="2325" b="1">
                <a:solidFill>
                  <a:srgbClr val="70C9BC"/>
                </a:solidFill>
                <a:latin typeface="Arial"/>
                <a:ea typeface="Arial"/>
                <a:cs typeface="Arial"/>
              </a:rPr>
              <a:t>Fixture agreement</a:t>
            </a:r>
          </a:p>
        </p:txBody>
      </p:sp>
      <p:sp>
        <p:nvSpPr>
          <p:cNvPr id="8" name="findings-one-body">
            <a:extLst xmlns:a="http://schemas.openxmlformats.org/drawingml/2006/main">
              <a:ext uri="{FF2B5EF4-FFF2-40B4-BE49-F238E27FC236}">
                <a16:creationId xmlns:a16="http://schemas.microsoft.com/office/drawing/2014/main" id="{25B8BFFC-A659-42B8-A4D9-B5E5D960C7FD}"/>
              </a:ext>
            </a:extLst>
          </p:cNvPr>
          <p:cNvSpPr>
            <a:spLocks xmlns:a="http://schemas.openxmlformats.org/drawingml/2006/main" noGrp="1"/>
          </p:cNvSpPr>
          <p:nvPr/>
        </p:nvSpPr>
        <p:spPr>
          <a:xfrm xmlns:a="http://schemas.openxmlformats.org/drawingml/2006/main">
            <a:off x="742950" y="2476500"/>
            <a:ext cx="3429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All 78 cases are checked against predeclared outcomes in each baseline test.</a:t>
            </a:r>
          </a:p>
        </p:txBody>
      </p:sp>
      <p:sp>
        <p:nvSpPr>
          <p:cNvPr id="9" name="findings-separator-1">
            <a:extLst xmlns:a="http://schemas.openxmlformats.org/drawingml/2006/main">
              <a:ext uri="{FF2B5EF4-FFF2-40B4-BE49-F238E27FC236}">
                <a16:creationId xmlns:a16="http://schemas.microsoft.com/office/drawing/2014/main" id="{A636852C-95A0-4B39-A7B1-8CA9BC952853}"/>
              </a:ext>
            </a:extLst>
          </p:cNvPr>
          <p:cNvSpPr>
            <a:spLocks xmlns:a="http://schemas.openxmlformats.org/drawingml/2006/main" noGrp="1"/>
          </p:cNvSpPr>
          <p:nvPr/>
        </p:nvSpPr>
        <p:spPr>
          <a:xfrm xmlns:a="http://schemas.openxmlformats.org/drawingml/2006/main">
            <a:off x="4524375" y="1962150"/>
            <a:ext cx="0" cy="220980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10" name="findings-two">
            <a:extLst xmlns:a="http://schemas.openxmlformats.org/drawingml/2006/main">
              <a:ext uri="{FF2B5EF4-FFF2-40B4-BE49-F238E27FC236}">
                <a16:creationId xmlns:a16="http://schemas.microsoft.com/office/drawing/2014/main" id="{E0CF5C6A-C2B2-4902-AED5-8EE76E50125D}"/>
              </a:ext>
            </a:extLst>
          </p:cNvPr>
          <p:cNvSpPr>
            <a:spLocks xmlns:a="http://schemas.openxmlformats.org/drawingml/2006/main" noGrp="1"/>
          </p:cNvSpPr>
          <p:nvPr/>
        </p:nvSpPr>
        <p:spPr>
          <a:xfrm xmlns:a="http://schemas.openxmlformats.org/drawingml/2006/main">
            <a:off x="4743450" y="1933575"/>
            <a:ext cx="3381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0BD76"/>
                </a:solidFill>
                <a:latin typeface="Arial"/>
                <a:ea typeface="Arial"/>
                <a:cs typeface="Arial"/>
              </a:defRPr>
            </a:defPPr>
            <a:lvl1pPr algn="l">
              <a:defRPr sz="2325" b="1">
                <a:solidFill>
                  <a:srgbClr val="F0BD76"/>
                </a:solidFill>
                <a:latin typeface="Arial"/>
                <a:ea typeface="Arial"/>
                <a:cs typeface="Arial"/>
              </a:defRPr>
            </a:lvl1pPr>
            <a:lvl2pPr algn="l">
              <a:defRPr sz="2325" b="1">
                <a:solidFill>
                  <a:srgbClr val="F0BD76"/>
                </a:solidFill>
                <a:latin typeface="Arial"/>
                <a:ea typeface="Arial"/>
                <a:cs typeface="Arial"/>
              </a:defRPr>
            </a:lvl2pPr>
            <a:lvl3pPr algn="l">
              <a:defRPr sz="2325" b="1">
                <a:solidFill>
                  <a:srgbClr val="F0BD76"/>
                </a:solidFill>
                <a:latin typeface="Arial"/>
                <a:ea typeface="Arial"/>
                <a:cs typeface="Arial"/>
              </a:defRPr>
            </a:lvl3pPr>
            <a:lvl4pPr algn="l">
              <a:defRPr sz="2325" b="1">
                <a:solidFill>
                  <a:srgbClr val="F0BD76"/>
                </a:solidFill>
                <a:latin typeface="Arial"/>
                <a:ea typeface="Arial"/>
                <a:cs typeface="Arial"/>
              </a:defRPr>
            </a:lvl4pPr>
            <a:lvl5pPr algn="l">
              <a:defRPr sz="2325" b="1">
                <a:solidFill>
                  <a:srgbClr val="F0BD76"/>
                </a:solidFill>
                <a:latin typeface="Arial"/>
                <a:ea typeface="Arial"/>
                <a:cs typeface="Arial"/>
              </a:defRPr>
            </a:lvl5pPr>
            <a:lvl6pPr algn="l">
              <a:defRPr sz="2325" b="1">
                <a:solidFill>
                  <a:srgbClr val="F0BD76"/>
                </a:solidFill>
                <a:latin typeface="Arial"/>
                <a:ea typeface="Arial"/>
                <a:cs typeface="Arial"/>
              </a:defRPr>
            </a:lvl6pPr>
            <a:lvl7pPr algn="l">
              <a:defRPr sz="2325" b="1">
                <a:solidFill>
                  <a:srgbClr val="F0BD76"/>
                </a:solidFill>
                <a:latin typeface="Arial"/>
                <a:ea typeface="Arial"/>
                <a:cs typeface="Arial"/>
              </a:defRPr>
            </a:lvl7pPr>
            <a:lvl8pPr algn="l">
              <a:defRPr sz="2325" b="1">
                <a:solidFill>
                  <a:srgbClr val="F0BD76"/>
                </a:solidFill>
                <a:latin typeface="Arial"/>
                <a:ea typeface="Arial"/>
                <a:cs typeface="Arial"/>
              </a:defRPr>
            </a:lvl8pPr>
            <a:lvl9pPr algn="l">
              <a:defRPr sz="2325" b="1">
                <a:solidFill>
                  <a:srgbClr val="F0BD76"/>
                </a:solidFill>
                <a:latin typeface="Arial"/>
                <a:ea typeface="Arial"/>
                <a:cs typeface="Arial"/>
              </a:defRPr>
            </a:lvl9pPr>
          </a:lstStyle>
          <a:p xmlns:a="http://schemas.openxmlformats.org/drawingml/2006/main">
            <a:pPr algn="l">
              <a:defRPr sz="2325" b="1">
                <a:solidFill>
                  <a:srgbClr val="F0BD76"/>
                </a:solidFill>
                <a:latin typeface="Arial"/>
                <a:ea typeface="Arial"/>
                <a:cs typeface="Arial"/>
              </a:defRPr>
            </a:pPr>
            <a:r>
              <a:rPr sz="2325" b="1">
                <a:solidFill>
                  <a:srgbClr val="F0BD76"/>
                </a:solidFill>
                <a:latin typeface="Arial"/>
                <a:ea typeface="Arial"/>
                <a:cs typeface="Arial"/>
              </a:rPr>
              <a:t>No policy comparison</a:t>
            </a:r>
          </a:p>
        </p:txBody>
      </p:sp>
      <p:sp>
        <p:nvSpPr>
          <p:cNvPr id="11" name="findings-two-body">
            <a:extLst xmlns:a="http://schemas.openxmlformats.org/drawingml/2006/main">
              <a:ext uri="{FF2B5EF4-FFF2-40B4-BE49-F238E27FC236}">
                <a16:creationId xmlns:a16="http://schemas.microsoft.com/office/drawing/2014/main" id="{1C33D5B0-E385-4922-B91A-8D7E5162AF08}"/>
              </a:ext>
            </a:extLst>
          </p:cNvPr>
          <p:cNvSpPr>
            <a:spLocks xmlns:a="http://schemas.openxmlformats.org/drawingml/2006/main" noGrp="1"/>
          </p:cNvSpPr>
          <p:nvPr/>
        </p:nvSpPr>
        <p:spPr>
          <a:xfrm xmlns:a="http://schemas.openxmlformats.org/drawingml/2006/main">
            <a:off x="4743450" y="2476500"/>
            <a:ext cx="3333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Fixed and adaptive currently select the same agents because the registry has one per capability.</a:t>
            </a:r>
          </a:p>
        </p:txBody>
      </p:sp>
      <p:sp>
        <p:nvSpPr>
          <p:cNvPr id="12" name="findings-separator-2">
            <a:extLst xmlns:a="http://schemas.openxmlformats.org/drawingml/2006/main">
              <a:ext uri="{FF2B5EF4-FFF2-40B4-BE49-F238E27FC236}">
                <a16:creationId xmlns:a16="http://schemas.microsoft.com/office/drawing/2014/main" id="{5983C72D-4CD4-481D-8E0A-9F7B3654A4DF}"/>
              </a:ext>
            </a:extLst>
          </p:cNvPr>
          <p:cNvSpPr>
            <a:spLocks xmlns:a="http://schemas.openxmlformats.org/drawingml/2006/main" noGrp="1"/>
          </p:cNvSpPr>
          <p:nvPr/>
        </p:nvSpPr>
        <p:spPr>
          <a:xfrm xmlns:a="http://schemas.openxmlformats.org/drawingml/2006/main">
            <a:off x="8315325" y="1962150"/>
            <a:ext cx="0" cy="220980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13" name="findings-three">
            <a:extLst xmlns:a="http://schemas.openxmlformats.org/drawingml/2006/main">
              <a:ext uri="{FF2B5EF4-FFF2-40B4-BE49-F238E27FC236}">
                <a16:creationId xmlns:a16="http://schemas.microsoft.com/office/drawing/2014/main" id="{1D5D4051-11D8-41C8-8B07-10CD51F5DC5B}"/>
              </a:ext>
            </a:extLst>
          </p:cNvPr>
          <p:cNvSpPr>
            <a:spLocks xmlns:a="http://schemas.openxmlformats.org/drawingml/2006/main" noGrp="1"/>
          </p:cNvSpPr>
          <p:nvPr/>
        </p:nvSpPr>
        <p:spPr>
          <a:xfrm xmlns:a="http://schemas.openxmlformats.org/drawingml/2006/main">
            <a:off x="8534400" y="1933575"/>
            <a:ext cx="289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E58A72"/>
                </a:solidFill>
                <a:latin typeface="Arial"/>
                <a:ea typeface="Arial"/>
                <a:cs typeface="Arial"/>
              </a:defRPr>
            </a:defPPr>
            <a:lvl1pPr algn="l">
              <a:defRPr sz="2325" b="1">
                <a:solidFill>
                  <a:srgbClr val="E58A72"/>
                </a:solidFill>
                <a:latin typeface="Arial"/>
                <a:ea typeface="Arial"/>
                <a:cs typeface="Arial"/>
              </a:defRPr>
            </a:lvl1pPr>
            <a:lvl2pPr algn="l">
              <a:defRPr sz="2325" b="1">
                <a:solidFill>
                  <a:srgbClr val="E58A72"/>
                </a:solidFill>
                <a:latin typeface="Arial"/>
                <a:ea typeface="Arial"/>
                <a:cs typeface="Arial"/>
              </a:defRPr>
            </a:lvl2pPr>
            <a:lvl3pPr algn="l">
              <a:defRPr sz="2325" b="1">
                <a:solidFill>
                  <a:srgbClr val="E58A72"/>
                </a:solidFill>
                <a:latin typeface="Arial"/>
                <a:ea typeface="Arial"/>
                <a:cs typeface="Arial"/>
              </a:defRPr>
            </a:lvl3pPr>
            <a:lvl4pPr algn="l">
              <a:defRPr sz="2325" b="1">
                <a:solidFill>
                  <a:srgbClr val="E58A72"/>
                </a:solidFill>
                <a:latin typeface="Arial"/>
                <a:ea typeface="Arial"/>
                <a:cs typeface="Arial"/>
              </a:defRPr>
            </a:lvl4pPr>
            <a:lvl5pPr algn="l">
              <a:defRPr sz="2325" b="1">
                <a:solidFill>
                  <a:srgbClr val="E58A72"/>
                </a:solidFill>
                <a:latin typeface="Arial"/>
                <a:ea typeface="Arial"/>
                <a:cs typeface="Arial"/>
              </a:defRPr>
            </a:lvl5pPr>
            <a:lvl6pPr algn="l">
              <a:defRPr sz="2325" b="1">
                <a:solidFill>
                  <a:srgbClr val="E58A72"/>
                </a:solidFill>
                <a:latin typeface="Arial"/>
                <a:ea typeface="Arial"/>
                <a:cs typeface="Arial"/>
              </a:defRPr>
            </a:lvl6pPr>
            <a:lvl7pPr algn="l">
              <a:defRPr sz="2325" b="1">
                <a:solidFill>
                  <a:srgbClr val="E58A72"/>
                </a:solidFill>
                <a:latin typeface="Arial"/>
                <a:ea typeface="Arial"/>
                <a:cs typeface="Arial"/>
              </a:defRPr>
            </a:lvl7pPr>
            <a:lvl8pPr algn="l">
              <a:defRPr sz="2325" b="1">
                <a:solidFill>
                  <a:srgbClr val="E58A72"/>
                </a:solidFill>
                <a:latin typeface="Arial"/>
                <a:ea typeface="Arial"/>
                <a:cs typeface="Arial"/>
              </a:defRPr>
            </a:lvl8pPr>
            <a:lvl9pPr algn="l">
              <a:defRPr sz="2325" b="1">
                <a:solidFill>
                  <a:srgbClr val="E58A72"/>
                </a:solidFill>
                <a:latin typeface="Arial"/>
                <a:ea typeface="Arial"/>
                <a:cs typeface="Arial"/>
              </a:defRPr>
            </a:lvl9pPr>
          </a:lstStyle>
          <a:p xmlns:a="http://schemas.openxmlformats.org/drawingml/2006/main">
            <a:pPr algn="l">
              <a:defRPr sz="2325" b="1">
                <a:solidFill>
                  <a:srgbClr val="E58A72"/>
                </a:solidFill>
                <a:latin typeface="Arial"/>
                <a:ea typeface="Arial"/>
                <a:cs typeface="Arial"/>
              </a:defRPr>
            </a:pPr>
            <a:r>
              <a:rPr sz="2325" b="1">
                <a:solidFill>
                  <a:srgbClr val="E58A72"/>
                </a:solidFill>
                <a:latin typeface="Arial"/>
                <a:ea typeface="Arial"/>
                <a:cs typeface="Arial"/>
              </a:rPr>
              <a:t>No live-model claim</a:t>
            </a:r>
          </a:p>
        </p:txBody>
      </p:sp>
      <p:sp>
        <p:nvSpPr>
          <p:cNvPr id="14" name="findings-three-body">
            <a:extLst xmlns:a="http://schemas.openxmlformats.org/drawingml/2006/main">
              <a:ext uri="{FF2B5EF4-FFF2-40B4-BE49-F238E27FC236}">
                <a16:creationId xmlns:a16="http://schemas.microsoft.com/office/drawing/2014/main" id="{CD8B9C0A-6B5B-4657-810A-65E3BE65701B}"/>
              </a:ext>
            </a:extLst>
          </p:cNvPr>
          <p:cNvSpPr>
            <a:spLocks xmlns:a="http://schemas.openxmlformats.org/drawingml/2006/main" noGrp="1"/>
          </p:cNvSpPr>
          <p:nvPr/>
        </p:nvSpPr>
        <p:spPr>
          <a:xfrm xmlns:a="http://schemas.openxmlformats.org/drawingml/2006/main">
            <a:off x="8534400" y="2476500"/>
            <a:ext cx="27813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No provider calls, quality scores, API costs or parallel speedup are measured.</a:t>
            </a:r>
          </a:p>
        </p:txBody>
      </p:sp>
      <p:sp>
        <p:nvSpPr>
          <p:cNvPr id="15" name="findings-interval">
            <a:extLst xmlns:a="http://schemas.openxmlformats.org/drawingml/2006/main">
              <a:ext uri="{FF2B5EF4-FFF2-40B4-BE49-F238E27FC236}">
                <a16:creationId xmlns:a16="http://schemas.microsoft.com/office/drawing/2014/main" id="{80E3E5CF-F32C-4888-B2D9-0CF8CFE85214}"/>
              </a:ext>
            </a:extLst>
          </p:cNvPr>
          <p:cNvSpPr>
            <a:spLocks xmlns:a="http://schemas.openxmlformats.org/drawingml/2006/main" noGrp="1"/>
          </p:cNvSpPr>
          <p:nvPr/>
        </p:nvSpPr>
        <p:spPr>
          <a:xfrm xmlns:a="http://schemas.openxmlformats.org/drawingml/2006/main">
            <a:off x="762000" y="48291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2F0E8"/>
                </a:solidFill>
                <a:latin typeface="Arial"/>
                <a:ea typeface="Arial"/>
                <a:cs typeface="Arial"/>
              </a:defRPr>
            </a:defPPr>
            <a:lvl1pPr algn="l">
              <a:defRPr sz="1650" b="1">
                <a:solidFill>
                  <a:srgbClr val="F2F0E8"/>
                </a:solidFill>
                <a:latin typeface="Arial"/>
                <a:ea typeface="Arial"/>
                <a:cs typeface="Arial"/>
              </a:defRPr>
            </a:lvl1pPr>
            <a:lvl2pPr algn="l">
              <a:defRPr sz="1650" b="1">
                <a:solidFill>
                  <a:srgbClr val="F2F0E8"/>
                </a:solidFill>
                <a:latin typeface="Arial"/>
                <a:ea typeface="Arial"/>
                <a:cs typeface="Arial"/>
              </a:defRPr>
            </a:lvl2pPr>
            <a:lvl3pPr algn="l">
              <a:defRPr sz="1650" b="1">
                <a:solidFill>
                  <a:srgbClr val="F2F0E8"/>
                </a:solidFill>
                <a:latin typeface="Arial"/>
                <a:ea typeface="Arial"/>
                <a:cs typeface="Arial"/>
              </a:defRPr>
            </a:lvl3pPr>
            <a:lvl4pPr algn="l">
              <a:defRPr sz="1650" b="1">
                <a:solidFill>
                  <a:srgbClr val="F2F0E8"/>
                </a:solidFill>
                <a:latin typeface="Arial"/>
                <a:ea typeface="Arial"/>
                <a:cs typeface="Arial"/>
              </a:defRPr>
            </a:lvl4pPr>
            <a:lvl5pPr algn="l">
              <a:defRPr sz="1650" b="1">
                <a:solidFill>
                  <a:srgbClr val="F2F0E8"/>
                </a:solidFill>
                <a:latin typeface="Arial"/>
                <a:ea typeface="Arial"/>
                <a:cs typeface="Arial"/>
              </a:defRPr>
            </a:lvl5pPr>
            <a:lvl6pPr algn="l">
              <a:defRPr sz="1650" b="1">
                <a:solidFill>
                  <a:srgbClr val="F2F0E8"/>
                </a:solidFill>
                <a:latin typeface="Arial"/>
                <a:ea typeface="Arial"/>
                <a:cs typeface="Arial"/>
              </a:defRPr>
            </a:lvl6pPr>
            <a:lvl7pPr algn="l">
              <a:defRPr sz="1650" b="1">
                <a:solidFill>
                  <a:srgbClr val="F2F0E8"/>
                </a:solidFill>
                <a:latin typeface="Arial"/>
                <a:ea typeface="Arial"/>
                <a:cs typeface="Arial"/>
              </a:defRPr>
            </a:lvl7pPr>
            <a:lvl8pPr algn="l">
              <a:defRPr sz="1650" b="1">
                <a:solidFill>
                  <a:srgbClr val="F2F0E8"/>
                </a:solidFill>
                <a:latin typeface="Arial"/>
                <a:ea typeface="Arial"/>
                <a:cs typeface="Arial"/>
              </a:defRPr>
            </a:lvl8pPr>
            <a:lvl9pPr algn="l">
              <a:defRPr sz="1650" b="1">
                <a:solidFill>
                  <a:srgbClr val="F2F0E8"/>
                </a:solidFill>
                <a:latin typeface="Arial"/>
                <a:ea typeface="Arial"/>
                <a:cs typeface="Arial"/>
              </a:defRPr>
            </a:lvl9pPr>
          </a:lstStyle>
          <a:p xmlns:a="http://schemas.openxmlformats.org/drawingml/2006/main">
            <a:pPr algn="l">
              <a:defRPr sz="1650" b="1">
                <a:solidFill>
                  <a:srgbClr val="F2F0E8"/>
                </a:solidFill>
                <a:latin typeface="Arial"/>
                <a:ea typeface="Arial"/>
                <a:cs typeface="Arial"/>
              </a:defRPr>
            </a:pPr>
            <a:r>
              <a:rPr sz="1650" b="1">
                <a:solidFill>
                  <a:srgbClr val="F2F0E8"/>
                </a:solidFill>
                <a:latin typeface="Arial"/>
                <a:ea typeface="Arial"/>
                <a:cs typeface="Arial"/>
              </a:rPr>
              <a:t>Reported confidence intervals describe case-replicate outcomes, not independent user samples.</a:t>
            </a:r>
          </a:p>
        </p:txBody>
      </p:sp>
    </p:spTree>
    <p:extLst>
      <p:ext uri="{BB962C8B-B14F-4D97-AF65-F5344CB8AC3E}">
        <p14:creationId xmlns:p14="http://schemas.microsoft.com/office/powerpoint/2010/main" val="830769503"/>
      </p:ext>
    </p:extLst>
  </p:cSld>
</p:sld>
</file>

<file path=ppt/slides/slide8.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22" name="section-8">
            <a:extLst xmlns:a="http://schemas.openxmlformats.org/drawingml/2006/main">
              <a:ext uri="{FF2B5EF4-FFF2-40B4-BE49-F238E27FC236}">
                <a16:creationId xmlns:a16="http://schemas.microsoft.com/office/drawing/2014/main" id="{F9811D4B-EA1B-41EB-B897-B48209614DE0}"/>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DEMONSTRATIONS</a:t>
            </a:r>
          </a:p>
        </p:txBody>
      </p:sp>
      <p:sp>
        <p:nvSpPr>
          <p:cNvPr id="2" name="title-8">
            <a:extLst xmlns:a="http://schemas.openxmlformats.org/drawingml/2006/main">
              <a:ext uri="{FF2B5EF4-FFF2-40B4-BE49-F238E27FC236}">
                <a16:creationId xmlns:a16="http://schemas.microsoft.com/office/drawing/2014/main" id="{20EFACEE-DB75-45A9-AB0A-4464157FFF05}"/>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The showcase runs four bounded scenarios</a:t>
            </a:r>
          </a:p>
        </p:txBody>
      </p:sp>
      <p:sp>
        <p:nvSpPr>
          <p:cNvPr id="3" name="title-rule-8">
            <a:extLst xmlns:a="http://schemas.openxmlformats.org/drawingml/2006/main">
              <a:ext uri="{FF2B5EF4-FFF2-40B4-BE49-F238E27FC236}">
                <a16:creationId xmlns:a16="http://schemas.microsoft.com/office/drawing/2014/main" id="{7502749B-13E4-4966-8E56-9C8EF1B008B3}"/>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8">
            <a:extLst xmlns:a="http://schemas.openxmlformats.org/drawingml/2006/main">
              <a:ext uri="{FF2B5EF4-FFF2-40B4-BE49-F238E27FC236}">
                <a16:creationId xmlns:a16="http://schemas.microsoft.com/office/drawing/2014/main" id="{274E8547-4579-4CBE-B6DD-A853267EA12C}"/>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8">
            <a:extLst xmlns:a="http://schemas.openxmlformats.org/drawingml/2006/main">
              <a:ext uri="{FF2B5EF4-FFF2-40B4-BE49-F238E27FC236}">
                <a16:creationId xmlns:a16="http://schemas.microsoft.com/office/drawing/2014/main" id="{71728469-A178-4F1A-A464-772DC25748E1}"/>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8">
            <a:extLst xmlns:a="http://schemas.openxmlformats.org/drawingml/2006/main">
              <a:ext uri="{FF2B5EF4-FFF2-40B4-BE49-F238E27FC236}">
                <a16:creationId xmlns:a16="http://schemas.microsoft.com/office/drawing/2014/main" id="{A538A23A-7166-4E53-BEF4-4D46E16C498D}"/>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08</a:t>
            </a:r>
          </a:p>
        </p:txBody>
      </p:sp>
      <p:sp>
        <p:nvSpPr>
          <p:cNvPr id="7" name="demo-letter-0">
            <a:extLst xmlns:a="http://schemas.openxmlformats.org/drawingml/2006/main">
              <a:ext uri="{FF2B5EF4-FFF2-40B4-BE49-F238E27FC236}">
                <a16:creationId xmlns:a16="http://schemas.microsoft.com/office/drawing/2014/main" id="{146C33D1-B0CE-4A5A-A50F-537B0C2BCDB4}"/>
              </a:ext>
            </a:extLst>
          </p:cNvPr>
          <p:cNvSpPr>
            <a:spLocks xmlns:a="http://schemas.openxmlformats.org/drawingml/2006/main" noGrp="1"/>
          </p:cNvSpPr>
          <p:nvPr/>
        </p:nvSpPr>
        <p:spPr>
          <a:xfrm xmlns:a="http://schemas.openxmlformats.org/drawingml/2006/main">
            <a:off x="742950" y="1752600"/>
            <a:ext cx="52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70C9BC"/>
                </a:solidFill>
                <a:latin typeface="Arial"/>
                <a:ea typeface="Arial"/>
                <a:cs typeface="Arial"/>
              </a:defRPr>
            </a:defPPr>
            <a:lvl1pPr algn="l">
              <a:defRPr sz="2850" b="1">
                <a:solidFill>
                  <a:srgbClr val="70C9BC"/>
                </a:solidFill>
                <a:latin typeface="Arial"/>
                <a:ea typeface="Arial"/>
                <a:cs typeface="Arial"/>
              </a:defRPr>
            </a:lvl1pPr>
            <a:lvl2pPr algn="l">
              <a:defRPr sz="2850" b="1">
                <a:solidFill>
                  <a:srgbClr val="70C9BC"/>
                </a:solidFill>
                <a:latin typeface="Arial"/>
                <a:ea typeface="Arial"/>
                <a:cs typeface="Arial"/>
              </a:defRPr>
            </a:lvl2pPr>
            <a:lvl3pPr algn="l">
              <a:defRPr sz="2850" b="1">
                <a:solidFill>
                  <a:srgbClr val="70C9BC"/>
                </a:solidFill>
                <a:latin typeface="Arial"/>
                <a:ea typeface="Arial"/>
                <a:cs typeface="Arial"/>
              </a:defRPr>
            </a:lvl3pPr>
            <a:lvl4pPr algn="l">
              <a:defRPr sz="2850" b="1">
                <a:solidFill>
                  <a:srgbClr val="70C9BC"/>
                </a:solidFill>
                <a:latin typeface="Arial"/>
                <a:ea typeface="Arial"/>
                <a:cs typeface="Arial"/>
              </a:defRPr>
            </a:lvl4pPr>
            <a:lvl5pPr algn="l">
              <a:defRPr sz="2850" b="1">
                <a:solidFill>
                  <a:srgbClr val="70C9BC"/>
                </a:solidFill>
                <a:latin typeface="Arial"/>
                <a:ea typeface="Arial"/>
                <a:cs typeface="Arial"/>
              </a:defRPr>
            </a:lvl5pPr>
            <a:lvl6pPr algn="l">
              <a:defRPr sz="2850" b="1">
                <a:solidFill>
                  <a:srgbClr val="70C9BC"/>
                </a:solidFill>
                <a:latin typeface="Arial"/>
                <a:ea typeface="Arial"/>
                <a:cs typeface="Arial"/>
              </a:defRPr>
            </a:lvl6pPr>
            <a:lvl7pPr algn="l">
              <a:defRPr sz="2850" b="1">
                <a:solidFill>
                  <a:srgbClr val="70C9BC"/>
                </a:solidFill>
                <a:latin typeface="Arial"/>
                <a:ea typeface="Arial"/>
                <a:cs typeface="Arial"/>
              </a:defRPr>
            </a:lvl7pPr>
            <a:lvl8pPr algn="l">
              <a:defRPr sz="2850" b="1">
                <a:solidFill>
                  <a:srgbClr val="70C9BC"/>
                </a:solidFill>
                <a:latin typeface="Arial"/>
                <a:ea typeface="Arial"/>
                <a:cs typeface="Arial"/>
              </a:defRPr>
            </a:lvl8pPr>
            <a:lvl9pPr algn="l">
              <a:defRPr sz="2850" b="1">
                <a:solidFill>
                  <a:srgbClr val="70C9BC"/>
                </a:solidFill>
                <a:latin typeface="Arial"/>
                <a:ea typeface="Arial"/>
                <a:cs typeface="Arial"/>
              </a:defRPr>
            </a:lvl9pPr>
          </a:lstStyle>
          <a:p xmlns:a="http://schemas.openxmlformats.org/drawingml/2006/main">
            <a:pPr algn="l">
              <a:defRPr sz="2850" b="1">
                <a:solidFill>
                  <a:srgbClr val="70C9BC"/>
                </a:solidFill>
                <a:latin typeface="Arial"/>
                <a:ea typeface="Arial"/>
                <a:cs typeface="Arial"/>
              </a:defRPr>
            </a:pPr>
            <a:r>
              <a:rPr sz="2850" b="1">
                <a:solidFill>
                  <a:srgbClr val="70C9BC"/>
                </a:solidFill>
                <a:latin typeface="Arial"/>
                <a:ea typeface="Arial"/>
                <a:cs typeface="Arial"/>
              </a:rPr>
              <a:t>A</a:t>
            </a:r>
          </a:p>
        </p:txBody>
      </p:sp>
      <p:sp>
        <p:nvSpPr>
          <p:cNvPr id="8" name="demo-title-0">
            <a:extLst xmlns:a="http://schemas.openxmlformats.org/drawingml/2006/main">
              <a:ext uri="{FF2B5EF4-FFF2-40B4-BE49-F238E27FC236}">
                <a16:creationId xmlns:a16="http://schemas.microsoft.com/office/drawing/2014/main" id="{AE3625F9-EC97-4EA3-8F9D-F5270DBA8A8E}"/>
              </a:ext>
            </a:extLst>
          </p:cNvPr>
          <p:cNvSpPr>
            <a:spLocks xmlns:a="http://schemas.openxmlformats.org/drawingml/2006/main" noGrp="1"/>
          </p:cNvSpPr>
          <p:nvPr/>
        </p:nvSpPr>
        <p:spPr>
          <a:xfrm xmlns:a="http://schemas.openxmlformats.org/drawingml/2006/main">
            <a:off x="1438275" y="1762125"/>
            <a:ext cx="3000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F2F0E8"/>
                </a:solidFill>
                <a:latin typeface="Arial"/>
                <a:ea typeface="Arial"/>
                <a:cs typeface="Arial"/>
              </a:defRPr>
            </a:defPPr>
            <a:lvl1pPr algn="l">
              <a:defRPr sz="1950" b="1">
                <a:solidFill>
                  <a:srgbClr val="F2F0E8"/>
                </a:solidFill>
                <a:latin typeface="Arial"/>
                <a:ea typeface="Arial"/>
                <a:cs typeface="Arial"/>
              </a:defRPr>
            </a:lvl1pPr>
            <a:lvl2pPr algn="l">
              <a:defRPr sz="1950" b="1">
                <a:solidFill>
                  <a:srgbClr val="F2F0E8"/>
                </a:solidFill>
                <a:latin typeface="Arial"/>
                <a:ea typeface="Arial"/>
                <a:cs typeface="Arial"/>
              </a:defRPr>
            </a:lvl2pPr>
            <a:lvl3pPr algn="l">
              <a:defRPr sz="1950" b="1">
                <a:solidFill>
                  <a:srgbClr val="F2F0E8"/>
                </a:solidFill>
                <a:latin typeface="Arial"/>
                <a:ea typeface="Arial"/>
                <a:cs typeface="Arial"/>
              </a:defRPr>
            </a:lvl3pPr>
            <a:lvl4pPr algn="l">
              <a:defRPr sz="1950" b="1">
                <a:solidFill>
                  <a:srgbClr val="F2F0E8"/>
                </a:solidFill>
                <a:latin typeface="Arial"/>
                <a:ea typeface="Arial"/>
                <a:cs typeface="Arial"/>
              </a:defRPr>
            </a:lvl4pPr>
            <a:lvl5pPr algn="l">
              <a:defRPr sz="1950" b="1">
                <a:solidFill>
                  <a:srgbClr val="F2F0E8"/>
                </a:solidFill>
                <a:latin typeface="Arial"/>
                <a:ea typeface="Arial"/>
                <a:cs typeface="Arial"/>
              </a:defRPr>
            </a:lvl5pPr>
            <a:lvl6pPr algn="l">
              <a:defRPr sz="1950" b="1">
                <a:solidFill>
                  <a:srgbClr val="F2F0E8"/>
                </a:solidFill>
                <a:latin typeface="Arial"/>
                <a:ea typeface="Arial"/>
                <a:cs typeface="Arial"/>
              </a:defRPr>
            </a:lvl6pPr>
            <a:lvl7pPr algn="l">
              <a:defRPr sz="1950" b="1">
                <a:solidFill>
                  <a:srgbClr val="F2F0E8"/>
                </a:solidFill>
                <a:latin typeface="Arial"/>
                <a:ea typeface="Arial"/>
                <a:cs typeface="Arial"/>
              </a:defRPr>
            </a:lvl7pPr>
            <a:lvl8pPr algn="l">
              <a:defRPr sz="1950" b="1">
                <a:solidFill>
                  <a:srgbClr val="F2F0E8"/>
                </a:solidFill>
                <a:latin typeface="Arial"/>
                <a:ea typeface="Arial"/>
                <a:cs typeface="Arial"/>
              </a:defRPr>
            </a:lvl8pPr>
            <a:lvl9pPr algn="l">
              <a:defRPr sz="1950" b="1">
                <a:solidFill>
                  <a:srgbClr val="F2F0E8"/>
                </a:solidFill>
                <a:latin typeface="Arial"/>
                <a:ea typeface="Arial"/>
                <a:cs typeface="Arial"/>
              </a:defRPr>
            </a:lvl9pPr>
          </a:lstStyle>
          <a:p xmlns:a="http://schemas.openxmlformats.org/drawingml/2006/main">
            <a:pPr algn="l">
              <a:defRPr sz="1950" b="1">
                <a:solidFill>
                  <a:srgbClr val="F2F0E8"/>
                </a:solidFill>
                <a:latin typeface="Arial"/>
                <a:ea typeface="Arial"/>
                <a:cs typeface="Arial"/>
              </a:defRPr>
            </a:pPr>
            <a:r>
              <a:rPr sz="1950" b="1">
                <a:solidFill>
                  <a:srgbClr val="F2F0E8"/>
                </a:solidFill>
                <a:latin typeface="Arial"/>
                <a:ea typeface="Arial"/>
                <a:cs typeface="Arial"/>
              </a:rPr>
              <a:t>Research report</a:t>
            </a:r>
          </a:p>
        </p:txBody>
      </p:sp>
      <p:sp>
        <p:nvSpPr>
          <p:cNvPr id="9" name="demo-detail-0">
            <a:extLst xmlns:a="http://schemas.openxmlformats.org/drawingml/2006/main">
              <a:ext uri="{FF2B5EF4-FFF2-40B4-BE49-F238E27FC236}">
                <a16:creationId xmlns:a16="http://schemas.microsoft.com/office/drawing/2014/main" id="{0C414497-F9C3-49DF-81FC-209DF7F04564}"/>
              </a:ext>
            </a:extLst>
          </p:cNvPr>
          <p:cNvSpPr>
            <a:spLocks xmlns:a="http://schemas.openxmlformats.org/drawingml/2006/main" noGrp="1"/>
          </p:cNvSpPr>
          <p:nvPr/>
        </p:nvSpPr>
        <p:spPr>
          <a:xfrm xmlns:a="http://schemas.openxmlformats.org/drawingml/2006/main">
            <a:off x="4591050" y="1762125"/>
            <a:ext cx="6553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8B7BC"/>
                </a:solidFill>
                <a:latin typeface="Arial"/>
                <a:ea typeface="Arial"/>
                <a:cs typeface="Arial"/>
              </a:defRPr>
            </a:defPPr>
            <a:lvl1pPr algn="l">
              <a:defRPr sz="1650" b="0">
                <a:solidFill>
                  <a:srgbClr val="A8B7BC"/>
                </a:solidFill>
                <a:latin typeface="Arial"/>
                <a:ea typeface="Arial"/>
                <a:cs typeface="Arial"/>
              </a:defRPr>
            </a:lvl1pPr>
            <a:lvl2pPr algn="l">
              <a:defRPr sz="1650" b="0">
                <a:solidFill>
                  <a:srgbClr val="A8B7BC"/>
                </a:solidFill>
                <a:latin typeface="Arial"/>
                <a:ea typeface="Arial"/>
                <a:cs typeface="Arial"/>
              </a:defRPr>
            </a:lvl2pPr>
            <a:lvl3pPr algn="l">
              <a:defRPr sz="1650" b="0">
                <a:solidFill>
                  <a:srgbClr val="A8B7BC"/>
                </a:solidFill>
                <a:latin typeface="Arial"/>
                <a:ea typeface="Arial"/>
                <a:cs typeface="Arial"/>
              </a:defRPr>
            </a:lvl3pPr>
            <a:lvl4pPr algn="l">
              <a:defRPr sz="1650" b="0">
                <a:solidFill>
                  <a:srgbClr val="A8B7BC"/>
                </a:solidFill>
                <a:latin typeface="Arial"/>
                <a:ea typeface="Arial"/>
                <a:cs typeface="Arial"/>
              </a:defRPr>
            </a:lvl4pPr>
            <a:lvl5pPr algn="l">
              <a:defRPr sz="1650" b="0">
                <a:solidFill>
                  <a:srgbClr val="A8B7BC"/>
                </a:solidFill>
                <a:latin typeface="Arial"/>
                <a:ea typeface="Arial"/>
                <a:cs typeface="Arial"/>
              </a:defRPr>
            </a:lvl5pPr>
            <a:lvl6pPr algn="l">
              <a:defRPr sz="1650" b="0">
                <a:solidFill>
                  <a:srgbClr val="A8B7BC"/>
                </a:solidFill>
                <a:latin typeface="Arial"/>
                <a:ea typeface="Arial"/>
                <a:cs typeface="Arial"/>
              </a:defRPr>
            </a:lvl6pPr>
            <a:lvl7pPr algn="l">
              <a:defRPr sz="1650" b="0">
                <a:solidFill>
                  <a:srgbClr val="A8B7BC"/>
                </a:solidFill>
                <a:latin typeface="Arial"/>
                <a:ea typeface="Arial"/>
                <a:cs typeface="Arial"/>
              </a:defRPr>
            </a:lvl7pPr>
            <a:lvl8pPr algn="l">
              <a:defRPr sz="1650" b="0">
                <a:solidFill>
                  <a:srgbClr val="A8B7BC"/>
                </a:solidFill>
                <a:latin typeface="Arial"/>
                <a:ea typeface="Arial"/>
                <a:cs typeface="Arial"/>
              </a:defRPr>
            </a:lvl8pPr>
            <a:lvl9pPr algn="l">
              <a:defRPr sz="1650" b="0">
                <a:solidFill>
                  <a:srgbClr val="A8B7BC"/>
                </a:solidFill>
                <a:latin typeface="Arial"/>
                <a:ea typeface="Arial"/>
                <a:cs typeface="Arial"/>
              </a:defRPr>
            </a:lvl9pPr>
          </a:lstStyle>
          <a:p xmlns:a="http://schemas.openxmlformats.org/drawingml/2006/main">
            <a:pPr algn="l">
              <a:defRPr sz="1650" b="0">
                <a:solidFill>
                  <a:srgbClr val="A8B7BC"/>
                </a:solidFill>
                <a:latin typeface="Arial"/>
                <a:ea typeface="Arial"/>
                <a:cs typeface="Arial"/>
              </a:defRPr>
            </a:pPr>
            <a:r>
              <a:rPr sz="1650" b="0">
                <a:solidFill>
                  <a:srgbClr val="A8B7BC"/>
                </a:solidFill>
                <a:latin typeface="Arial"/>
                <a:ea typeface="Arial"/>
                <a:cs typeface="Arial"/>
              </a:rPr>
              <a:t>Synthetic local source cards; no live retrieval or current market claims.</a:t>
            </a:r>
          </a:p>
        </p:txBody>
      </p:sp>
      <p:sp>
        <p:nvSpPr>
          <p:cNvPr id="10" name="demo-rule-0">
            <a:extLst xmlns:a="http://schemas.openxmlformats.org/drawingml/2006/main">
              <a:ext uri="{FF2B5EF4-FFF2-40B4-BE49-F238E27FC236}">
                <a16:creationId xmlns:a16="http://schemas.microsoft.com/office/drawing/2014/main" id="{D8131BFF-18C2-4768-9650-9340136E22A2}"/>
              </a:ext>
            </a:extLst>
          </p:cNvPr>
          <p:cNvSpPr>
            <a:spLocks xmlns:a="http://schemas.openxmlformats.org/drawingml/2006/main" noGrp="1"/>
          </p:cNvSpPr>
          <p:nvPr/>
        </p:nvSpPr>
        <p:spPr>
          <a:xfrm xmlns:a="http://schemas.openxmlformats.org/drawingml/2006/main">
            <a:off x="1428750" y="2495550"/>
            <a:ext cx="97536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11" name="demo-letter-1">
            <a:extLst xmlns:a="http://schemas.openxmlformats.org/drawingml/2006/main">
              <a:ext uri="{FF2B5EF4-FFF2-40B4-BE49-F238E27FC236}">
                <a16:creationId xmlns:a16="http://schemas.microsoft.com/office/drawing/2014/main" id="{F9D88B56-70FF-4849-8DAD-A1645F3B6323}"/>
              </a:ext>
            </a:extLst>
          </p:cNvPr>
          <p:cNvSpPr>
            <a:spLocks xmlns:a="http://schemas.openxmlformats.org/drawingml/2006/main" noGrp="1"/>
          </p:cNvSpPr>
          <p:nvPr/>
        </p:nvSpPr>
        <p:spPr>
          <a:xfrm xmlns:a="http://schemas.openxmlformats.org/drawingml/2006/main">
            <a:off x="742950" y="2752725"/>
            <a:ext cx="52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F0BD76"/>
                </a:solidFill>
                <a:latin typeface="Arial"/>
                <a:ea typeface="Arial"/>
                <a:cs typeface="Arial"/>
              </a:defRPr>
            </a:defPPr>
            <a:lvl1pPr algn="l">
              <a:defRPr sz="2850" b="1">
                <a:solidFill>
                  <a:srgbClr val="F0BD76"/>
                </a:solidFill>
                <a:latin typeface="Arial"/>
                <a:ea typeface="Arial"/>
                <a:cs typeface="Arial"/>
              </a:defRPr>
            </a:lvl1pPr>
            <a:lvl2pPr algn="l">
              <a:defRPr sz="2850" b="1">
                <a:solidFill>
                  <a:srgbClr val="F0BD76"/>
                </a:solidFill>
                <a:latin typeface="Arial"/>
                <a:ea typeface="Arial"/>
                <a:cs typeface="Arial"/>
              </a:defRPr>
            </a:lvl2pPr>
            <a:lvl3pPr algn="l">
              <a:defRPr sz="2850" b="1">
                <a:solidFill>
                  <a:srgbClr val="F0BD76"/>
                </a:solidFill>
                <a:latin typeface="Arial"/>
                <a:ea typeface="Arial"/>
                <a:cs typeface="Arial"/>
              </a:defRPr>
            </a:lvl3pPr>
            <a:lvl4pPr algn="l">
              <a:defRPr sz="2850" b="1">
                <a:solidFill>
                  <a:srgbClr val="F0BD76"/>
                </a:solidFill>
                <a:latin typeface="Arial"/>
                <a:ea typeface="Arial"/>
                <a:cs typeface="Arial"/>
              </a:defRPr>
            </a:lvl4pPr>
            <a:lvl5pPr algn="l">
              <a:defRPr sz="2850" b="1">
                <a:solidFill>
                  <a:srgbClr val="F0BD76"/>
                </a:solidFill>
                <a:latin typeface="Arial"/>
                <a:ea typeface="Arial"/>
                <a:cs typeface="Arial"/>
              </a:defRPr>
            </a:lvl5pPr>
            <a:lvl6pPr algn="l">
              <a:defRPr sz="2850" b="1">
                <a:solidFill>
                  <a:srgbClr val="F0BD76"/>
                </a:solidFill>
                <a:latin typeface="Arial"/>
                <a:ea typeface="Arial"/>
                <a:cs typeface="Arial"/>
              </a:defRPr>
            </a:lvl6pPr>
            <a:lvl7pPr algn="l">
              <a:defRPr sz="2850" b="1">
                <a:solidFill>
                  <a:srgbClr val="F0BD76"/>
                </a:solidFill>
                <a:latin typeface="Arial"/>
                <a:ea typeface="Arial"/>
                <a:cs typeface="Arial"/>
              </a:defRPr>
            </a:lvl7pPr>
            <a:lvl8pPr algn="l">
              <a:defRPr sz="2850" b="1">
                <a:solidFill>
                  <a:srgbClr val="F0BD76"/>
                </a:solidFill>
                <a:latin typeface="Arial"/>
                <a:ea typeface="Arial"/>
                <a:cs typeface="Arial"/>
              </a:defRPr>
            </a:lvl8pPr>
            <a:lvl9pPr algn="l">
              <a:defRPr sz="2850" b="1">
                <a:solidFill>
                  <a:srgbClr val="F0BD76"/>
                </a:solidFill>
                <a:latin typeface="Arial"/>
                <a:ea typeface="Arial"/>
                <a:cs typeface="Arial"/>
              </a:defRPr>
            </a:lvl9pPr>
          </a:lstStyle>
          <a:p xmlns:a="http://schemas.openxmlformats.org/drawingml/2006/main">
            <a:pPr algn="l">
              <a:defRPr sz="2850" b="1">
                <a:solidFill>
                  <a:srgbClr val="F0BD76"/>
                </a:solidFill>
                <a:latin typeface="Arial"/>
                <a:ea typeface="Arial"/>
                <a:cs typeface="Arial"/>
              </a:defRPr>
            </a:pPr>
            <a:r>
              <a:rPr sz="2850" b="1">
                <a:solidFill>
                  <a:srgbClr val="F0BD76"/>
                </a:solidFill>
                <a:latin typeface="Arial"/>
                <a:ea typeface="Arial"/>
                <a:cs typeface="Arial"/>
              </a:rPr>
              <a:t>B</a:t>
            </a:r>
          </a:p>
        </p:txBody>
      </p:sp>
      <p:sp>
        <p:nvSpPr>
          <p:cNvPr id="12" name="demo-title-1">
            <a:extLst xmlns:a="http://schemas.openxmlformats.org/drawingml/2006/main">
              <a:ext uri="{FF2B5EF4-FFF2-40B4-BE49-F238E27FC236}">
                <a16:creationId xmlns:a16="http://schemas.microsoft.com/office/drawing/2014/main" id="{7A4A0C34-BAA5-4775-8CD0-78F81DC07985}"/>
              </a:ext>
            </a:extLst>
          </p:cNvPr>
          <p:cNvSpPr>
            <a:spLocks xmlns:a="http://schemas.openxmlformats.org/drawingml/2006/main" noGrp="1"/>
          </p:cNvSpPr>
          <p:nvPr/>
        </p:nvSpPr>
        <p:spPr>
          <a:xfrm xmlns:a="http://schemas.openxmlformats.org/drawingml/2006/main">
            <a:off x="1438275" y="2762250"/>
            <a:ext cx="3000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F2F0E8"/>
                </a:solidFill>
                <a:latin typeface="Arial"/>
                <a:ea typeface="Arial"/>
                <a:cs typeface="Arial"/>
              </a:defRPr>
            </a:defPPr>
            <a:lvl1pPr algn="l">
              <a:defRPr sz="1950" b="1">
                <a:solidFill>
                  <a:srgbClr val="F2F0E8"/>
                </a:solidFill>
                <a:latin typeface="Arial"/>
                <a:ea typeface="Arial"/>
                <a:cs typeface="Arial"/>
              </a:defRPr>
            </a:lvl1pPr>
            <a:lvl2pPr algn="l">
              <a:defRPr sz="1950" b="1">
                <a:solidFill>
                  <a:srgbClr val="F2F0E8"/>
                </a:solidFill>
                <a:latin typeface="Arial"/>
                <a:ea typeface="Arial"/>
                <a:cs typeface="Arial"/>
              </a:defRPr>
            </a:lvl2pPr>
            <a:lvl3pPr algn="l">
              <a:defRPr sz="1950" b="1">
                <a:solidFill>
                  <a:srgbClr val="F2F0E8"/>
                </a:solidFill>
                <a:latin typeface="Arial"/>
                <a:ea typeface="Arial"/>
                <a:cs typeface="Arial"/>
              </a:defRPr>
            </a:lvl3pPr>
            <a:lvl4pPr algn="l">
              <a:defRPr sz="1950" b="1">
                <a:solidFill>
                  <a:srgbClr val="F2F0E8"/>
                </a:solidFill>
                <a:latin typeface="Arial"/>
                <a:ea typeface="Arial"/>
                <a:cs typeface="Arial"/>
              </a:defRPr>
            </a:lvl4pPr>
            <a:lvl5pPr algn="l">
              <a:defRPr sz="1950" b="1">
                <a:solidFill>
                  <a:srgbClr val="F2F0E8"/>
                </a:solidFill>
                <a:latin typeface="Arial"/>
                <a:ea typeface="Arial"/>
                <a:cs typeface="Arial"/>
              </a:defRPr>
            </a:lvl5pPr>
            <a:lvl6pPr algn="l">
              <a:defRPr sz="1950" b="1">
                <a:solidFill>
                  <a:srgbClr val="F2F0E8"/>
                </a:solidFill>
                <a:latin typeface="Arial"/>
                <a:ea typeface="Arial"/>
                <a:cs typeface="Arial"/>
              </a:defRPr>
            </a:lvl6pPr>
            <a:lvl7pPr algn="l">
              <a:defRPr sz="1950" b="1">
                <a:solidFill>
                  <a:srgbClr val="F2F0E8"/>
                </a:solidFill>
                <a:latin typeface="Arial"/>
                <a:ea typeface="Arial"/>
                <a:cs typeface="Arial"/>
              </a:defRPr>
            </a:lvl7pPr>
            <a:lvl8pPr algn="l">
              <a:defRPr sz="1950" b="1">
                <a:solidFill>
                  <a:srgbClr val="F2F0E8"/>
                </a:solidFill>
                <a:latin typeface="Arial"/>
                <a:ea typeface="Arial"/>
                <a:cs typeface="Arial"/>
              </a:defRPr>
            </a:lvl8pPr>
            <a:lvl9pPr algn="l">
              <a:defRPr sz="1950" b="1">
                <a:solidFill>
                  <a:srgbClr val="F2F0E8"/>
                </a:solidFill>
                <a:latin typeface="Arial"/>
                <a:ea typeface="Arial"/>
                <a:cs typeface="Arial"/>
              </a:defRPr>
            </a:lvl9pPr>
          </a:lstStyle>
          <a:p xmlns:a="http://schemas.openxmlformats.org/drawingml/2006/main">
            <a:pPr algn="l">
              <a:defRPr sz="1950" b="1">
                <a:solidFill>
                  <a:srgbClr val="F2F0E8"/>
                </a:solidFill>
                <a:latin typeface="Arial"/>
                <a:ea typeface="Arial"/>
                <a:cs typeface="Arial"/>
              </a:defRPr>
            </a:pPr>
            <a:r>
              <a:rPr sz="1950" b="1">
                <a:solidFill>
                  <a:srgbClr val="F2F0E8"/>
                </a:solidFill>
                <a:latin typeface="Arial"/>
                <a:ea typeface="Arial"/>
                <a:cs typeface="Arial"/>
              </a:rPr>
              <a:t>Coding validation</a:t>
            </a:r>
          </a:p>
        </p:txBody>
      </p:sp>
      <p:sp>
        <p:nvSpPr>
          <p:cNvPr id="13" name="demo-detail-1">
            <a:extLst xmlns:a="http://schemas.openxmlformats.org/drawingml/2006/main">
              <a:ext uri="{FF2B5EF4-FFF2-40B4-BE49-F238E27FC236}">
                <a16:creationId xmlns:a16="http://schemas.microsoft.com/office/drawing/2014/main" id="{5D71D372-95D1-4FEF-955A-DE15A334FBD6}"/>
              </a:ext>
            </a:extLst>
          </p:cNvPr>
          <p:cNvSpPr>
            <a:spLocks xmlns:a="http://schemas.openxmlformats.org/drawingml/2006/main" noGrp="1"/>
          </p:cNvSpPr>
          <p:nvPr/>
        </p:nvSpPr>
        <p:spPr>
          <a:xfrm xmlns:a="http://schemas.openxmlformats.org/drawingml/2006/main">
            <a:off x="4591050" y="2762250"/>
            <a:ext cx="6553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8B7BC"/>
                </a:solidFill>
                <a:latin typeface="Arial"/>
                <a:ea typeface="Arial"/>
                <a:cs typeface="Arial"/>
              </a:defRPr>
            </a:defPPr>
            <a:lvl1pPr algn="l">
              <a:defRPr sz="1650" b="0">
                <a:solidFill>
                  <a:srgbClr val="A8B7BC"/>
                </a:solidFill>
                <a:latin typeface="Arial"/>
                <a:ea typeface="Arial"/>
                <a:cs typeface="Arial"/>
              </a:defRPr>
            </a:lvl1pPr>
            <a:lvl2pPr algn="l">
              <a:defRPr sz="1650" b="0">
                <a:solidFill>
                  <a:srgbClr val="A8B7BC"/>
                </a:solidFill>
                <a:latin typeface="Arial"/>
                <a:ea typeface="Arial"/>
                <a:cs typeface="Arial"/>
              </a:defRPr>
            </a:lvl2pPr>
            <a:lvl3pPr algn="l">
              <a:defRPr sz="1650" b="0">
                <a:solidFill>
                  <a:srgbClr val="A8B7BC"/>
                </a:solidFill>
                <a:latin typeface="Arial"/>
                <a:ea typeface="Arial"/>
                <a:cs typeface="Arial"/>
              </a:defRPr>
            </a:lvl3pPr>
            <a:lvl4pPr algn="l">
              <a:defRPr sz="1650" b="0">
                <a:solidFill>
                  <a:srgbClr val="A8B7BC"/>
                </a:solidFill>
                <a:latin typeface="Arial"/>
                <a:ea typeface="Arial"/>
                <a:cs typeface="Arial"/>
              </a:defRPr>
            </a:lvl4pPr>
            <a:lvl5pPr algn="l">
              <a:defRPr sz="1650" b="0">
                <a:solidFill>
                  <a:srgbClr val="A8B7BC"/>
                </a:solidFill>
                <a:latin typeface="Arial"/>
                <a:ea typeface="Arial"/>
                <a:cs typeface="Arial"/>
              </a:defRPr>
            </a:lvl5pPr>
            <a:lvl6pPr algn="l">
              <a:defRPr sz="1650" b="0">
                <a:solidFill>
                  <a:srgbClr val="A8B7BC"/>
                </a:solidFill>
                <a:latin typeface="Arial"/>
                <a:ea typeface="Arial"/>
                <a:cs typeface="Arial"/>
              </a:defRPr>
            </a:lvl6pPr>
            <a:lvl7pPr algn="l">
              <a:defRPr sz="1650" b="0">
                <a:solidFill>
                  <a:srgbClr val="A8B7BC"/>
                </a:solidFill>
                <a:latin typeface="Arial"/>
                <a:ea typeface="Arial"/>
                <a:cs typeface="Arial"/>
              </a:defRPr>
            </a:lvl7pPr>
            <a:lvl8pPr algn="l">
              <a:defRPr sz="1650" b="0">
                <a:solidFill>
                  <a:srgbClr val="A8B7BC"/>
                </a:solidFill>
                <a:latin typeface="Arial"/>
                <a:ea typeface="Arial"/>
                <a:cs typeface="Arial"/>
              </a:defRPr>
            </a:lvl8pPr>
            <a:lvl9pPr algn="l">
              <a:defRPr sz="1650" b="0">
                <a:solidFill>
                  <a:srgbClr val="A8B7BC"/>
                </a:solidFill>
                <a:latin typeface="Arial"/>
                <a:ea typeface="Arial"/>
                <a:cs typeface="Arial"/>
              </a:defRPr>
            </a:lvl9pPr>
          </a:lstStyle>
          <a:p xmlns:a="http://schemas.openxmlformats.org/drawingml/2006/main">
            <a:pPr algn="l">
              <a:defRPr sz="1650" b="0">
                <a:solidFill>
                  <a:srgbClr val="A8B7BC"/>
                </a:solidFill>
                <a:latin typeface="Arial"/>
                <a:ea typeface="Arial"/>
                <a:cs typeface="Arial"/>
              </a:defRPr>
            </a:pPr>
            <a:r>
              <a:rPr sz="1650" b="0">
                <a:solidFill>
                  <a:srgbClr val="A8B7BC"/>
                </a:solidFill>
                <a:latin typeface="Arial"/>
                <a:ea typeface="Arial"/>
                <a:cs typeface="Arial"/>
              </a:rPr>
              <a:t>Example diff and real approval record; no sandbox execution or repo write.</a:t>
            </a:r>
          </a:p>
        </p:txBody>
      </p:sp>
      <p:sp>
        <p:nvSpPr>
          <p:cNvPr id="14" name="demo-rule-1">
            <a:extLst xmlns:a="http://schemas.openxmlformats.org/drawingml/2006/main">
              <a:ext uri="{FF2B5EF4-FFF2-40B4-BE49-F238E27FC236}">
                <a16:creationId xmlns:a16="http://schemas.microsoft.com/office/drawing/2014/main" id="{56891BE1-65F1-4961-A5FC-85806E525503}"/>
              </a:ext>
            </a:extLst>
          </p:cNvPr>
          <p:cNvSpPr>
            <a:spLocks xmlns:a="http://schemas.openxmlformats.org/drawingml/2006/main" noGrp="1"/>
          </p:cNvSpPr>
          <p:nvPr/>
        </p:nvSpPr>
        <p:spPr>
          <a:xfrm xmlns:a="http://schemas.openxmlformats.org/drawingml/2006/main">
            <a:off x="1428750" y="3495675"/>
            <a:ext cx="97536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15" name="demo-letter-2">
            <a:extLst xmlns:a="http://schemas.openxmlformats.org/drawingml/2006/main">
              <a:ext uri="{FF2B5EF4-FFF2-40B4-BE49-F238E27FC236}">
                <a16:creationId xmlns:a16="http://schemas.microsoft.com/office/drawing/2014/main" id="{4692474B-3946-495A-9CA0-24A6DB0425CA}"/>
              </a:ext>
            </a:extLst>
          </p:cNvPr>
          <p:cNvSpPr>
            <a:spLocks xmlns:a="http://schemas.openxmlformats.org/drawingml/2006/main" noGrp="1"/>
          </p:cNvSpPr>
          <p:nvPr/>
        </p:nvSpPr>
        <p:spPr>
          <a:xfrm xmlns:a="http://schemas.openxmlformats.org/drawingml/2006/main">
            <a:off x="742950" y="3752850"/>
            <a:ext cx="52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70C9BC"/>
                </a:solidFill>
                <a:latin typeface="Arial"/>
                <a:ea typeface="Arial"/>
                <a:cs typeface="Arial"/>
              </a:defRPr>
            </a:defPPr>
            <a:lvl1pPr algn="l">
              <a:defRPr sz="2850" b="1">
                <a:solidFill>
                  <a:srgbClr val="70C9BC"/>
                </a:solidFill>
                <a:latin typeface="Arial"/>
                <a:ea typeface="Arial"/>
                <a:cs typeface="Arial"/>
              </a:defRPr>
            </a:lvl1pPr>
            <a:lvl2pPr algn="l">
              <a:defRPr sz="2850" b="1">
                <a:solidFill>
                  <a:srgbClr val="70C9BC"/>
                </a:solidFill>
                <a:latin typeface="Arial"/>
                <a:ea typeface="Arial"/>
                <a:cs typeface="Arial"/>
              </a:defRPr>
            </a:lvl2pPr>
            <a:lvl3pPr algn="l">
              <a:defRPr sz="2850" b="1">
                <a:solidFill>
                  <a:srgbClr val="70C9BC"/>
                </a:solidFill>
                <a:latin typeface="Arial"/>
                <a:ea typeface="Arial"/>
                <a:cs typeface="Arial"/>
              </a:defRPr>
            </a:lvl3pPr>
            <a:lvl4pPr algn="l">
              <a:defRPr sz="2850" b="1">
                <a:solidFill>
                  <a:srgbClr val="70C9BC"/>
                </a:solidFill>
                <a:latin typeface="Arial"/>
                <a:ea typeface="Arial"/>
                <a:cs typeface="Arial"/>
              </a:defRPr>
            </a:lvl4pPr>
            <a:lvl5pPr algn="l">
              <a:defRPr sz="2850" b="1">
                <a:solidFill>
                  <a:srgbClr val="70C9BC"/>
                </a:solidFill>
                <a:latin typeface="Arial"/>
                <a:ea typeface="Arial"/>
                <a:cs typeface="Arial"/>
              </a:defRPr>
            </a:lvl5pPr>
            <a:lvl6pPr algn="l">
              <a:defRPr sz="2850" b="1">
                <a:solidFill>
                  <a:srgbClr val="70C9BC"/>
                </a:solidFill>
                <a:latin typeface="Arial"/>
                <a:ea typeface="Arial"/>
                <a:cs typeface="Arial"/>
              </a:defRPr>
            </a:lvl6pPr>
            <a:lvl7pPr algn="l">
              <a:defRPr sz="2850" b="1">
                <a:solidFill>
                  <a:srgbClr val="70C9BC"/>
                </a:solidFill>
                <a:latin typeface="Arial"/>
                <a:ea typeface="Arial"/>
                <a:cs typeface="Arial"/>
              </a:defRPr>
            </a:lvl7pPr>
            <a:lvl8pPr algn="l">
              <a:defRPr sz="2850" b="1">
                <a:solidFill>
                  <a:srgbClr val="70C9BC"/>
                </a:solidFill>
                <a:latin typeface="Arial"/>
                <a:ea typeface="Arial"/>
                <a:cs typeface="Arial"/>
              </a:defRPr>
            </a:lvl8pPr>
            <a:lvl9pPr algn="l">
              <a:defRPr sz="2850" b="1">
                <a:solidFill>
                  <a:srgbClr val="70C9BC"/>
                </a:solidFill>
                <a:latin typeface="Arial"/>
                <a:ea typeface="Arial"/>
                <a:cs typeface="Arial"/>
              </a:defRPr>
            </a:lvl9pPr>
          </a:lstStyle>
          <a:p xmlns:a="http://schemas.openxmlformats.org/drawingml/2006/main">
            <a:pPr algn="l">
              <a:defRPr sz="2850" b="1">
                <a:solidFill>
                  <a:srgbClr val="70C9BC"/>
                </a:solidFill>
                <a:latin typeface="Arial"/>
                <a:ea typeface="Arial"/>
                <a:cs typeface="Arial"/>
              </a:defRPr>
            </a:pPr>
            <a:r>
              <a:rPr sz="2850" b="1">
                <a:solidFill>
                  <a:srgbClr val="70C9BC"/>
                </a:solidFill>
                <a:latin typeface="Arial"/>
                <a:ea typeface="Arial"/>
                <a:cs typeface="Arial"/>
              </a:rPr>
              <a:t>C</a:t>
            </a:r>
          </a:p>
        </p:txBody>
      </p:sp>
      <p:sp>
        <p:nvSpPr>
          <p:cNvPr id="16" name="demo-title-2">
            <a:extLst xmlns:a="http://schemas.openxmlformats.org/drawingml/2006/main">
              <a:ext uri="{FF2B5EF4-FFF2-40B4-BE49-F238E27FC236}">
                <a16:creationId xmlns:a16="http://schemas.microsoft.com/office/drawing/2014/main" id="{26D32C5C-56C5-449A-A248-B5B5F153614F}"/>
              </a:ext>
            </a:extLst>
          </p:cNvPr>
          <p:cNvSpPr>
            <a:spLocks xmlns:a="http://schemas.openxmlformats.org/drawingml/2006/main" noGrp="1"/>
          </p:cNvSpPr>
          <p:nvPr/>
        </p:nvSpPr>
        <p:spPr>
          <a:xfrm xmlns:a="http://schemas.openxmlformats.org/drawingml/2006/main">
            <a:off x="1438275" y="3762375"/>
            <a:ext cx="3000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F2F0E8"/>
                </a:solidFill>
                <a:latin typeface="Arial"/>
                <a:ea typeface="Arial"/>
                <a:cs typeface="Arial"/>
              </a:defRPr>
            </a:defPPr>
            <a:lvl1pPr algn="l">
              <a:defRPr sz="1950" b="1">
                <a:solidFill>
                  <a:srgbClr val="F2F0E8"/>
                </a:solidFill>
                <a:latin typeface="Arial"/>
                <a:ea typeface="Arial"/>
                <a:cs typeface="Arial"/>
              </a:defRPr>
            </a:lvl1pPr>
            <a:lvl2pPr algn="l">
              <a:defRPr sz="1950" b="1">
                <a:solidFill>
                  <a:srgbClr val="F2F0E8"/>
                </a:solidFill>
                <a:latin typeface="Arial"/>
                <a:ea typeface="Arial"/>
                <a:cs typeface="Arial"/>
              </a:defRPr>
            </a:lvl2pPr>
            <a:lvl3pPr algn="l">
              <a:defRPr sz="1950" b="1">
                <a:solidFill>
                  <a:srgbClr val="F2F0E8"/>
                </a:solidFill>
                <a:latin typeface="Arial"/>
                <a:ea typeface="Arial"/>
                <a:cs typeface="Arial"/>
              </a:defRPr>
            </a:lvl3pPr>
            <a:lvl4pPr algn="l">
              <a:defRPr sz="1950" b="1">
                <a:solidFill>
                  <a:srgbClr val="F2F0E8"/>
                </a:solidFill>
                <a:latin typeface="Arial"/>
                <a:ea typeface="Arial"/>
                <a:cs typeface="Arial"/>
              </a:defRPr>
            </a:lvl4pPr>
            <a:lvl5pPr algn="l">
              <a:defRPr sz="1950" b="1">
                <a:solidFill>
                  <a:srgbClr val="F2F0E8"/>
                </a:solidFill>
                <a:latin typeface="Arial"/>
                <a:ea typeface="Arial"/>
                <a:cs typeface="Arial"/>
              </a:defRPr>
            </a:lvl5pPr>
            <a:lvl6pPr algn="l">
              <a:defRPr sz="1950" b="1">
                <a:solidFill>
                  <a:srgbClr val="F2F0E8"/>
                </a:solidFill>
                <a:latin typeface="Arial"/>
                <a:ea typeface="Arial"/>
                <a:cs typeface="Arial"/>
              </a:defRPr>
            </a:lvl6pPr>
            <a:lvl7pPr algn="l">
              <a:defRPr sz="1950" b="1">
                <a:solidFill>
                  <a:srgbClr val="F2F0E8"/>
                </a:solidFill>
                <a:latin typeface="Arial"/>
                <a:ea typeface="Arial"/>
                <a:cs typeface="Arial"/>
              </a:defRPr>
            </a:lvl7pPr>
            <a:lvl8pPr algn="l">
              <a:defRPr sz="1950" b="1">
                <a:solidFill>
                  <a:srgbClr val="F2F0E8"/>
                </a:solidFill>
                <a:latin typeface="Arial"/>
                <a:ea typeface="Arial"/>
                <a:cs typeface="Arial"/>
              </a:defRPr>
            </a:lvl8pPr>
            <a:lvl9pPr algn="l">
              <a:defRPr sz="1950" b="1">
                <a:solidFill>
                  <a:srgbClr val="F2F0E8"/>
                </a:solidFill>
                <a:latin typeface="Arial"/>
                <a:ea typeface="Arial"/>
                <a:cs typeface="Arial"/>
              </a:defRPr>
            </a:lvl9pPr>
          </a:lstStyle>
          <a:p xmlns:a="http://schemas.openxmlformats.org/drawingml/2006/main">
            <a:pPr algn="l">
              <a:defRPr sz="1950" b="1">
                <a:solidFill>
                  <a:srgbClr val="F2F0E8"/>
                </a:solidFill>
                <a:latin typeface="Arial"/>
                <a:ea typeface="Arial"/>
                <a:cs typeface="Arial"/>
              </a:defRPr>
            </a:pPr>
            <a:r>
              <a:rPr sz="1950" b="1">
                <a:solidFill>
                  <a:srgbClr val="F2F0E8"/>
                </a:solidFill>
                <a:latin typeface="Arial"/>
                <a:ea typeface="Arial"/>
                <a:cs typeface="Arial"/>
              </a:rPr>
              <a:t>Dataset intelligence</a:t>
            </a:r>
          </a:p>
        </p:txBody>
      </p:sp>
      <p:sp>
        <p:nvSpPr>
          <p:cNvPr id="17" name="demo-detail-2">
            <a:extLst xmlns:a="http://schemas.openxmlformats.org/drawingml/2006/main">
              <a:ext uri="{FF2B5EF4-FFF2-40B4-BE49-F238E27FC236}">
                <a16:creationId xmlns:a16="http://schemas.microsoft.com/office/drawing/2014/main" id="{2F61071D-94FF-42A3-AE64-B2DDA7CFD89E}"/>
              </a:ext>
            </a:extLst>
          </p:cNvPr>
          <p:cNvSpPr>
            <a:spLocks xmlns:a="http://schemas.openxmlformats.org/drawingml/2006/main" noGrp="1"/>
          </p:cNvSpPr>
          <p:nvPr/>
        </p:nvSpPr>
        <p:spPr>
          <a:xfrm xmlns:a="http://schemas.openxmlformats.org/drawingml/2006/main">
            <a:off x="4591050" y="3762375"/>
            <a:ext cx="6553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8B7BC"/>
                </a:solidFill>
                <a:latin typeface="Arial"/>
                <a:ea typeface="Arial"/>
                <a:cs typeface="Arial"/>
              </a:defRPr>
            </a:defPPr>
            <a:lvl1pPr algn="l">
              <a:defRPr sz="1650" b="0">
                <a:solidFill>
                  <a:srgbClr val="A8B7BC"/>
                </a:solidFill>
                <a:latin typeface="Arial"/>
                <a:ea typeface="Arial"/>
                <a:cs typeface="Arial"/>
              </a:defRPr>
            </a:lvl1pPr>
            <a:lvl2pPr algn="l">
              <a:defRPr sz="1650" b="0">
                <a:solidFill>
                  <a:srgbClr val="A8B7BC"/>
                </a:solidFill>
                <a:latin typeface="Arial"/>
                <a:ea typeface="Arial"/>
                <a:cs typeface="Arial"/>
              </a:defRPr>
            </a:lvl2pPr>
            <a:lvl3pPr algn="l">
              <a:defRPr sz="1650" b="0">
                <a:solidFill>
                  <a:srgbClr val="A8B7BC"/>
                </a:solidFill>
                <a:latin typeface="Arial"/>
                <a:ea typeface="Arial"/>
                <a:cs typeface="Arial"/>
              </a:defRPr>
            </a:lvl3pPr>
            <a:lvl4pPr algn="l">
              <a:defRPr sz="1650" b="0">
                <a:solidFill>
                  <a:srgbClr val="A8B7BC"/>
                </a:solidFill>
                <a:latin typeface="Arial"/>
                <a:ea typeface="Arial"/>
                <a:cs typeface="Arial"/>
              </a:defRPr>
            </a:lvl4pPr>
            <a:lvl5pPr algn="l">
              <a:defRPr sz="1650" b="0">
                <a:solidFill>
                  <a:srgbClr val="A8B7BC"/>
                </a:solidFill>
                <a:latin typeface="Arial"/>
                <a:ea typeface="Arial"/>
                <a:cs typeface="Arial"/>
              </a:defRPr>
            </a:lvl5pPr>
            <a:lvl6pPr algn="l">
              <a:defRPr sz="1650" b="0">
                <a:solidFill>
                  <a:srgbClr val="A8B7BC"/>
                </a:solidFill>
                <a:latin typeface="Arial"/>
                <a:ea typeface="Arial"/>
                <a:cs typeface="Arial"/>
              </a:defRPr>
            </a:lvl6pPr>
            <a:lvl7pPr algn="l">
              <a:defRPr sz="1650" b="0">
                <a:solidFill>
                  <a:srgbClr val="A8B7BC"/>
                </a:solidFill>
                <a:latin typeface="Arial"/>
                <a:ea typeface="Arial"/>
                <a:cs typeface="Arial"/>
              </a:defRPr>
            </a:lvl7pPr>
            <a:lvl8pPr algn="l">
              <a:defRPr sz="1650" b="0">
                <a:solidFill>
                  <a:srgbClr val="A8B7BC"/>
                </a:solidFill>
                <a:latin typeface="Arial"/>
                <a:ea typeface="Arial"/>
                <a:cs typeface="Arial"/>
              </a:defRPr>
            </a:lvl8pPr>
            <a:lvl9pPr algn="l">
              <a:defRPr sz="1650" b="0">
                <a:solidFill>
                  <a:srgbClr val="A8B7BC"/>
                </a:solidFill>
                <a:latin typeface="Arial"/>
                <a:ea typeface="Arial"/>
                <a:cs typeface="Arial"/>
              </a:defRPr>
            </a:lvl9pPr>
          </a:lstStyle>
          <a:p xmlns:a="http://schemas.openxmlformats.org/drawingml/2006/main">
            <a:pPr algn="l">
              <a:defRPr sz="1650" b="0">
                <a:solidFill>
                  <a:srgbClr val="A8B7BC"/>
                </a:solidFill>
                <a:latin typeface="Arial"/>
                <a:ea typeface="Arial"/>
                <a:cs typeface="Arial"/>
              </a:defRPr>
            </a:pPr>
            <a:r>
              <a:rPr sz="1650" b="0">
                <a:solidFill>
                  <a:srgbClr val="A8B7BC"/>
                </a:solidFill>
                <a:latin typeface="Arial"/>
                <a:ea typeface="Arial"/>
                <a:cs typeface="Arial"/>
              </a:rPr>
              <a:t>Real bounded CSV profile, computed totals/Z-scores, report and SVG artifact.</a:t>
            </a:r>
          </a:p>
        </p:txBody>
      </p:sp>
      <p:sp>
        <p:nvSpPr>
          <p:cNvPr id="18" name="demo-rule-2">
            <a:extLst xmlns:a="http://schemas.openxmlformats.org/drawingml/2006/main">
              <a:ext uri="{FF2B5EF4-FFF2-40B4-BE49-F238E27FC236}">
                <a16:creationId xmlns:a16="http://schemas.microsoft.com/office/drawing/2014/main" id="{78D198B3-F965-4A09-968A-304653AC0F9B}"/>
              </a:ext>
            </a:extLst>
          </p:cNvPr>
          <p:cNvSpPr>
            <a:spLocks xmlns:a="http://schemas.openxmlformats.org/drawingml/2006/main" noGrp="1"/>
          </p:cNvSpPr>
          <p:nvPr/>
        </p:nvSpPr>
        <p:spPr>
          <a:xfrm xmlns:a="http://schemas.openxmlformats.org/drawingml/2006/main">
            <a:off x="1428750" y="4495800"/>
            <a:ext cx="97536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19" name="demo-letter-3">
            <a:extLst xmlns:a="http://schemas.openxmlformats.org/drawingml/2006/main">
              <a:ext uri="{FF2B5EF4-FFF2-40B4-BE49-F238E27FC236}">
                <a16:creationId xmlns:a16="http://schemas.microsoft.com/office/drawing/2014/main" id="{EB6E97C3-DFF4-41F0-9A79-C52B904461F1}"/>
              </a:ext>
            </a:extLst>
          </p:cNvPr>
          <p:cNvSpPr>
            <a:spLocks xmlns:a="http://schemas.openxmlformats.org/drawingml/2006/main" noGrp="1"/>
          </p:cNvSpPr>
          <p:nvPr/>
        </p:nvSpPr>
        <p:spPr>
          <a:xfrm xmlns:a="http://schemas.openxmlformats.org/drawingml/2006/main">
            <a:off x="742950" y="4752975"/>
            <a:ext cx="52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E58A72"/>
                </a:solidFill>
                <a:latin typeface="Arial"/>
                <a:ea typeface="Arial"/>
                <a:cs typeface="Arial"/>
              </a:defRPr>
            </a:defPPr>
            <a:lvl1pPr algn="l">
              <a:defRPr sz="2850" b="1">
                <a:solidFill>
                  <a:srgbClr val="E58A72"/>
                </a:solidFill>
                <a:latin typeface="Arial"/>
                <a:ea typeface="Arial"/>
                <a:cs typeface="Arial"/>
              </a:defRPr>
            </a:lvl1pPr>
            <a:lvl2pPr algn="l">
              <a:defRPr sz="2850" b="1">
                <a:solidFill>
                  <a:srgbClr val="E58A72"/>
                </a:solidFill>
                <a:latin typeface="Arial"/>
                <a:ea typeface="Arial"/>
                <a:cs typeface="Arial"/>
              </a:defRPr>
            </a:lvl2pPr>
            <a:lvl3pPr algn="l">
              <a:defRPr sz="2850" b="1">
                <a:solidFill>
                  <a:srgbClr val="E58A72"/>
                </a:solidFill>
                <a:latin typeface="Arial"/>
                <a:ea typeface="Arial"/>
                <a:cs typeface="Arial"/>
              </a:defRPr>
            </a:lvl3pPr>
            <a:lvl4pPr algn="l">
              <a:defRPr sz="2850" b="1">
                <a:solidFill>
                  <a:srgbClr val="E58A72"/>
                </a:solidFill>
                <a:latin typeface="Arial"/>
                <a:ea typeface="Arial"/>
                <a:cs typeface="Arial"/>
              </a:defRPr>
            </a:lvl4pPr>
            <a:lvl5pPr algn="l">
              <a:defRPr sz="2850" b="1">
                <a:solidFill>
                  <a:srgbClr val="E58A72"/>
                </a:solidFill>
                <a:latin typeface="Arial"/>
                <a:ea typeface="Arial"/>
                <a:cs typeface="Arial"/>
              </a:defRPr>
            </a:lvl5pPr>
            <a:lvl6pPr algn="l">
              <a:defRPr sz="2850" b="1">
                <a:solidFill>
                  <a:srgbClr val="E58A72"/>
                </a:solidFill>
                <a:latin typeface="Arial"/>
                <a:ea typeface="Arial"/>
                <a:cs typeface="Arial"/>
              </a:defRPr>
            </a:lvl6pPr>
            <a:lvl7pPr algn="l">
              <a:defRPr sz="2850" b="1">
                <a:solidFill>
                  <a:srgbClr val="E58A72"/>
                </a:solidFill>
                <a:latin typeface="Arial"/>
                <a:ea typeface="Arial"/>
                <a:cs typeface="Arial"/>
              </a:defRPr>
            </a:lvl7pPr>
            <a:lvl8pPr algn="l">
              <a:defRPr sz="2850" b="1">
                <a:solidFill>
                  <a:srgbClr val="E58A72"/>
                </a:solidFill>
                <a:latin typeface="Arial"/>
                <a:ea typeface="Arial"/>
                <a:cs typeface="Arial"/>
              </a:defRPr>
            </a:lvl8pPr>
            <a:lvl9pPr algn="l">
              <a:defRPr sz="2850" b="1">
                <a:solidFill>
                  <a:srgbClr val="E58A72"/>
                </a:solidFill>
                <a:latin typeface="Arial"/>
                <a:ea typeface="Arial"/>
                <a:cs typeface="Arial"/>
              </a:defRPr>
            </a:lvl9pPr>
          </a:lstStyle>
          <a:p xmlns:a="http://schemas.openxmlformats.org/drawingml/2006/main">
            <a:pPr algn="l">
              <a:defRPr sz="2850" b="1">
                <a:solidFill>
                  <a:srgbClr val="E58A72"/>
                </a:solidFill>
                <a:latin typeface="Arial"/>
                <a:ea typeface="Arial"/>
                <a:cs typeface="Arial"/>
              </a:defRPr>
            </a:pPr>
            <a:r>
              <a:rPr sz="2850" b="1">
                <a:solidFill>
                  <a:srgbClr val="E58A72"/>
                </a:solidFill>
                <a:latin typeface="Arial"/>
                <a:ea typeface="Arial"/>
                <a:cs typeface="Arial"/>
              </a:rPr>
              <a:t>D</a:t>
            </a:r>
          </a:p>
        </p:txBody>
      </p:sp>
      <p:sp>
        <p:nvSpPr>
          <p:cNvPr id="20" name="demo-title-3">
            <a:extLst xmlns:a="http://schemas.openxmlformats.org/drawingml/2006/main">
              <a:ext uri="{FF2B5EF4-FFF2-40B4-BE49-F238E27FC236}">
                <a16:creationId xmlns:a16="http://schemas.microsoft.com/office/drawing/2014/main" id="{B590DA7F-7134-4F2A-AB71-C3A22507486F}"/>
              </a:ext>
            </a:extLst>
          </p:cNvPr>
          <p:cNvSpPr>
            <a:spLocks xmlns:a="http://schemas.openxmlformats.org/drawingml/2006/main" noGrp="1"/>
          </p:cNvSpPr>
          <p:nvPr/>
        </p:nvSpPr>
        <p:spPr>
          <a:xfrm xmlns:a="http://schemas.openxmlformats.org/drawingml/2006/main">
            <a:off x="1438275" y="4762500"/>
            <a:ext cx="3000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F2F0E8"/>
                </a:solidFill>
                <a:latin typeface="Arial"/>
                <a:ea typeface="Arial"/>
                <a:cs typeface="Arial"/>
              </a:defRPr>
            </a:defPPr>
            <a:lvl1pPr algn="l">
              <a:defRPr sz="1950" b="1">
                <a:solidFill>
                  <a:srgbClr val="F2F0E8"/>
                </a:solidFill>
                <a:latin typeface="Arial"/>
                <a:ea typeface="Arial"/>
                <a:cs typeface="Arial"/>
              </a:defRPr>
            </a:lvl1pPr>
            <a:lvl2pPr algn="l">
              <a:defRPr sz="1950" b="1">
                <a:solidFill>
                  <a:srgbClr val="F2F0E8"/>
                </a:solidFill>
                <a:latin typeface="Arial"/>
                <a:ea typeface="Arial"/>
                <a:cs typeface="Arial"/>
              </a:defRPr>
            </a:lvl2pPr>
            <a:lvl3pPr algn="l">
              <a:defRPr sz="1950" b="1">
                <a:solidFill>
                  <a:srgbClr val="F2F0E8"/>
                </a:solidFill>
                <a:latin typeface="Arial"/>
                <a:ea typeface="Arial"/>
                <a:cs typeface="Arial"/>
              </a:defRPr>
            </a:lvl3pPr>
            <a:lvl4pPr algn="l">
              <a:defRPr sz="1950" b="1">
                <a:solidFill>
                  <a:srgbClr val="F2F0E8"/>
                </a:solidFill>
                <a:latin typeface="Arial"/>
                <a:ea typeface="Arial"/>
                <a:cs typeface="Arial"/>
              </a:defRPr>
            </a:lvl4pPr>
            <a:lvl5pPr algn="l">
              <a:defRPr sz="1950" b="1">
                <a:solidFill>
                  <a:srgbClr val="F2F0E8"/>
                </a:solidFill>
                <a:latin typeface="Arial"/>
                <a:ea typeface="Arial"/>
                <a:cs typeface="Arial"/>
              </a:defRPr>
            </a:lvl5pPr>
            <a:lvl6pPr algn="l">
              <a:defRPr sz="1950" b="1">
                <a:solidFill>
                  <a:srgbClr val="F2F0E8"/>
                </a:solidFill>
                <a:latin typeface="Arial"/>
                <a:ea typeface="Arial"/>
                <a:cs typeface="Arial"/>
              </a:defRPr>
            </a:lvl6pPr>
            <a:lvl7pPr algn="l">
              <a:defRPr sz="1950" b="1">
                <a:solidFill>
                  <a:srgbClr val="F2F0E8"/>
                </a:solidFill>
                <a:latin typeface="Arial"/>
                <a:ea typeface="Arial"/>
                <a:cs typeface="Arial"/>
              </a:defRPr>
            </a:lvl7pPr>
            <a:lvl8pPr algn="l">
              <a:defRPr sz="1950" b="1">
                <a:solidFill>
                  <a:srgbClr val="F2F0E8"/>
                </a:solidFill>
                <a:latin typeface="Arial"/>
                <a:ea typeface="Arial"/>
                <a:cs typeface="Arial"/>
              </a:defRPr>
            </a:lvl8pPr>
            <a:lvl9pPr algn="l">
              <a:defRPr sz="1950" b="1">
                <a:solidFill>
                  <a:srgbClr val="F2F0E8"/>
                </a:solidFill>
                <a:latin typeface="Arial"/>
                <a:ea typeface="Arial"/>
                <a:cs typeface="Arial"/>
              </a:defRPr>
            </a:lvl9pPr>
          </a:lstStyle>
          <a:p xmlns:a="http://schemas.openxmlformats.org/drawingml/2006/main">
            <a:pPr algn="l">
              <a:defRPr sz="1950" b="1">
                <a:solidFill>
                  <a:srgbClr val="F2F0E8"/>
                </a:solidFill>
                <a:latin typeface="Arial"/>
                <a:ea typeface="Arial"/>
                <a:cs typeface="Arial"/>
              </a:defRPr>
            </a:pPr>
            <a:r>
              <a:rPr sz="1950" b="1">
                <a:solidFill>
                  <a:srgbClr val="F2F0E8"/>
                </a:solidFill>
                <a:latin typeface="Arial"/>
                <a:ea typeface="Arial"/>
                <a:cs typeface="Arial"/>
              </a:rPr>
              <a:t>Recovery walkthrough</a:t>
            </a:r>
          </a:p>
        </p:txBody>
      </p:sp>
      <p:sp>
        <p:nvSpPr>
          <p:cNvPr id="21" name="demo-detail-3">
            <a:extLst xmlns:a="http://schemas.openxmlformats.org/drawingml/2006/main">
              <a:ext uri="{FF2B5EF4-FFF2-40B4-BE49-F238E27FC236}">
                <a16:creationId xmlns:a16="http://schemas.microsoft.com/office/drawing/2014/main" id="{47E453C2-B721-4890-8647-3E77803E30D2}"/>
              </a:ext>
            </a:extLst>
          </p:cNvPr>
          <p:cNvSpPr>
            <a:spLocks xmlns:a="http://schemas.openxmlformats.org/drawingml/2006/main" noGrp="1"/>
          </p:cNvSpPr>
          <p:nvPr/>
        </p:nvSpPr>
        <p:spPr>
          <a:xfrm xmlns:a="http://schemas.openxmlformats.org/drawingml/2006/main">
            <a:off x="4591050" y="4762500"/>
            <a:ext cx="6553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8B7BC"/>
                </a:solidFill>
                <a:latin typeface="Arial"/>
                <a:ea typeface="Arial"/>
                <a:cs typeface="Arial"/>
              </a:defRPr>
            </a:defPPr>
            <a:lvl1pPr algn="l">
              <a:defRPr sz="1650" b="0">
                <a:solidFill>
                  <a:srgbClr val="A8B7BC"/>
                </a:solidFill>
                <a:latin typeface="Arial"/>
                <a:ea typeface="Arial"/>
                <a:cs typeface="Arial"/>
              </a:defRPr>
            </a:lvl1pPr>
            <a:lvl2pPr algn="l">
              <a:defRPr sz="1650" b="0">
                <a:solidFill>
                  <a:srgbClr val="A8B7BC"/>
                </a:solidFill>
                <a:latin typeface="Arial"/>
                <a:ea typeface="Arial"/>
                <a:cs typeface="Arial"/>
              </a:defRPr>
            </a:lvl2pPr>
            <a:lvl3pPr algn="l">
              <a:defRPr sz="1650" b="0">
                <a:solidFill>
                  <a:srgbClr val="A8B7BC"/>
                </a:solidFill>
                <a:latin typeface="Arial"/>
                <a:ea typeface="Arial"/>
                <a:cs typeface="Arial"/>
              </a:defRPr>
            </a:lvl3pPr>
            <a:lvl4pPr algn="l">
              <a:defRPr sz="1650" b="0">
                <a:solidFill>
                  <a:srgbClr val="A8B7BC"/>
                </a:solidFill>
                <a:latin typeface="Arial"/>
                <a:ea typeface="Arial"/>
                <a:cs typeface="Arial"/>
              </a:defRPr>
            </a:lvl4pPr>
            <a:lvl5pPr algn="l">
              <a:defRPr sz="1650" b="0">
                <a:solidFill>
                  <a:srgbClr val="A8B7BC"/>
                </a:solidFill>
                <a:latin typeface="Arial"/>
                <a:ea typeface="Arial"/>
                <a:cs typeface="Arial"/>
              </a:defRPr>
            </a:lvl5pPr>
            <a:lvl6pPr algn="l">
              <a:defRPr sz="1650" b="0">
                <a:solidFill>
                  <a:srgbClr val="A8B7BC"/>
                </a:solidFill>
                <a:latin typeface="Arial"/>
                <a:ea typeface="Arial"/>
                <a:cs typeface="Arial"/>
              </a:defRPr>
            </a:lvl6pPr>
            <a:lvl7pPr algn="l">
              <a:defRPr sz="1650" b="0">
                <a:solidFill>
                  <a:srgbClr val="A8B7BC"/>
                </a:solidFill>
                <a:latin typeface="Arial"/>
                <a:ea typeface="Arial"/>
                <a:cs typeface="Arial"/>
              </a:defRPr>
            </a:lvl7pPr>
            <a:lvl8pPr algn="l">
              <a:defRPr sz="1650" b="0">
                <a:solidFill>
                  <a:srgbClr val="A8B7BC"/>
                </a:solidFill>
                <a:latin typeface="Arial"/>
                <a:ea typeface="Arial"/>
                <a:cs typeface="Arial"/>
              </a:defRPr>
            </a:lvl8pPr>
            <a:lvl9pPr algn="l">
              <a:defRPr sz="1650" b="0">
                <a:solidFill>
                  <a:srgbClr val="A8B7BC"/>
                </a:solidFill>
                <a:latin typeface="Arial"/>
                <a:ea typeface="Arial"/>
                <a:cs typeface="Arial"/>
              </a:defRPr>
            </a:lvl9pPr>
          </a:lstStyle>
          <a:p xmlns:a="http://schemas.openxmlformats.org/drawingml/2006/main">
            <a:pPr algn="l">
              <a:defRPr sz="1650" b="0">
                <a:solidFill>
                  <a:srgbClr val="A8B7BC"/>
                </a:solidFill>
                <a:latin typeface="Arial"/>
                <a:ea typeface="Arial"/>
                <a:cs typeface="Arial"/>
              </a:defRPr>
            </a:pPr>
            <a:r>
              <a:rPr sz="1650" b="0">
                <a:solidFill>
                  <a:srgbClr val="A8B7BC"/>
                </a:solidFill>
                <a:latin typeface="Arial"/>
                <a:ea typeface="Arial"/>
                <a:cs typeface="Arial"/>
              </a:rPr>
              <a:t>Persisted pause/checkpoint snapshot; no worker-kill test.</a:t>
            </a:r>
          </a:p>
        </p:txBody>
      </p:sp>
    </p:spTree>
    <p:extLst>
      <p:ext uri="{BB962C8B-B14F-4D97-AF65-F5344CB8AC3E}">
        <p14:creationId xmlns:p14="http://schemas.microsoft.com/office/powerpoint/2010/main" val="898922589"/>
      </p:ext>
    </p:extLst>
  </p:cSld>
</p:sld>
</file>

<file path=ppt/slides/slide9.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16" name="section-9">
            <a:extLst xmlns:a="http://schemas.openxmlformats.org/drawingml/2006/main">
              <a:ext uri="{FF2B5EF4-FFF2-40B4-BE49-F238E27FC236}">
                <a16:creationId xmlns:a16="http://schemas.microsoft.com/office/drawing/2014/main" id="{53D86AD7-5DD8-4B4C-B876-265F32CD88EC}"/>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OPERATIONS</a:t>
            </a:r>
          </a:p>
        </p:txBody>
      </p:sp>
      <p:sp>
        <p:nvSpPr>
          <p:cNvPr id="2" name="title-9">
            <a:extLst xmlns:a="http://schemas.openxmlformats.org/drawingml/2006/main">
              <a:ext uri="{FF2B5EF4-FFF2-40B4-BE49-F238E27FC236}">
                <a16:creationId xmlns:a16="http://schemas.microsoft.com/office/drawing/2014/main" id="{26CE7BEF-CFA9-47E4-A0ED-93D73311762E}"/>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The staging profile narrows the public surface</a:t>
            </a:r>
          </a:p>
        </p:txBody>
      </p:sp>
      <p:sp>
        <p:nvSpPr>
          <p:cNvPr id="3" name="title-rule-9">
            <a:extLst xmlns:a="http://schemas.openxmlformats.org/drawingml/2006/main">
              <a:ext uri="{FF2B5EF4-FFF2-40B4-BE49-F238E27FC236}">
                <a16:creationId xmlns:a16="http://schemas.microsoft.com/office/drawing/2014/main" id="{DB8FDC30-604E-460C-A8DA-1808F5991C0E}"/>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9">
            <a:extLst xmlns:a="http://schemas.openxmlformats.org/drawingml/2006/main">
              <a:ext uri="{FF2B5EF4-FFF2-40B4-BE49-F238E27FC236}">
                <a16:creationId xmlns:a16="http://schemas.microsoft.com/office/drawing/2014/main" id="{380B41B1-072F-40B2-9642-D8E7E86D9EAD}"/>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9">
            <a:extLst xmlns:a="http://schemas.openxmlformats.org/drawingml/2006/main">
              <a:ext uri="{FF2B5EF4-FFF2-40B4-BE49-F238E27FC236}">
                <a16:creationId xmlns:a16="http://schemas.microsoft.com/office/drawing/2014/main" id="{FB94DD4B-F493-4EF4-B4CD-F604864F8C8C}"/>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9">
            <a:extLst xmlns:a="http://schemas.openxmlformats.org/drawingml/2006/main">
              <a:ext uri="{FF2B5EF4-FFF2-40B4-BE49-F238E27FC236}">
                <a16:creationId xmlns:a16="http://schemas.microsoft.com/office/drawing/2014/main" id="{CD34DF96-9C03-406B-A934-510C85255910}"/>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09</a:t>
            </a:r>
          </a:p>
        </p:txBody>
      </p:sp>
      <p:sp>
        <p:nvSpPr>
          <p:cNvPr id="7" name="deploy-entry">
            <a:extLst xmlns:a="http://schemas.openxmlformats.org/drawingml/2006/main">
              <a:ext uri="{FF2B5EF4-FFF2-40B4-BE49-F238E27FC236}">
                <a16:creationId xmlns:a16="http://schemas.microsoft.com/office/drawing/2014/main" id="{A902F1E4-7319-4C09-A05F-B6ADB9E2952F}"/>
              </a:ext>
            </a:extLst>
          </p:cNvPr>
          <p:cNvSpPr>
            <a:spLocks xmlns:a="http://schemas.openxmlformats.org/drawingml/2006/main" noGrp="1"/>
          </p:cNvSpPr>
          <p:nvPr/>
        </p:nvSpPr>
        <p:spPr>
          <a:xfrm xmlns:a="http://schemas.openxmlformats.org/drawingml/2006/main">
            <a:off x="800100" y="196215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70C9BC"/>
                </a:solidFill>
                <a:latin typeface="Arial"/>
                <a:ea typeface="Arial"/>
                <a:cs typeface="Arial"/>
              </a:defRPr>
            </a:defPPr>
            <a:lvl1pPr algn="l">
              <a:defRPr sz="2250" b="1">
                <a:solidFill>
                  <a:srgbClr val="70C9BC"/>
                </a:solidFill>
                <a:latin typeface="Arial"/>
                <a:ea typeface="Arial"/>
                <a:cs typeface="Arial"/>
              </a:defRPr>
            </a:lvl1pPr>
            <a:lvl2pPr algn="l">
              <a:defRPr sz="2250" b="1">
                <a:solidFill>
                  <a:srgbClr val="70C9BC"/>
                </a:solidFill>
                <a:latin typeface="Arial"/>
                <a:ea typeface="Arial"/>
                <a:cs typeface="Arial"/>
              </a:defRPr>
            </a:lvl2pPr>
            <a:lvl3pPr algn="l">
              <a:defRPr sz="2250" b="1">
                <a:solidFill>
                  <a:srgbClr val="70C9BC"/>
                </a:solidFill>
                <a:latin typeface="Arial"/>
                <a:ea typeface="Arial"/>
                <a:cs typeface="Arial"/>
              </a:defRPr>
            </a:lvl3pPr>
            <a:lvl4pPr algn="l">
              <a:defRPr sz="2250" b="1">
                <a:solidFill>
                  <a:srgbClr val="70C9BC"/>
                </a:solidFill>
                <a:latin typeface="Arial"/>
                <a:ea typeface="Arial"/>
                <a:cs typeface="Arial"/>
              </a:defRPr>
            </a:lvl4pPr>
            <a:lvl5pPr algn="l">
              <a:defRPr sz="2250" b="1">
                <a:solidFill>
                  <a:srgbClr val="70C9BC"/>
                </a:solidFill>
                <a:latin typeface="Arial"/>
                <a:ea typeface="Arial"/>
                <a:cs typeface="Arial"/>
              </a:defRPr>
            </a:lvl5pPr>
            <a:lvl6pPr algn="l">
              <a:defRPr sz="2250" b="1">
                <a:solidFill>
                  <a:srgbClr val="70C9BC"/>
                </a:solidFill>
                <a:latin typeface="Arial"/>
                <a:ea typeface="Arial"/>
                <a:cs typeface="Arial"/>
              </a:defRPr>
            </a:lvl6pPr>
            <a:lvl7pPr algn="l">
              <a:defRPr sz="2250" b="1">
                <a:solidFill>
                  <a:srgbClr val="70C9BC"/>
                </a:solidFill>
                <a:latin typeface="Arial"/>
                <a:ea typeface="Arial"/>
                <a:cs typeface="Arial"/>
              </a:defRPr>
            </a:lvl7pPr>
            <a:lvl8pPr algn="l">
              <a:defRPr sz="2250" b="1">
                <a:solidFill>
                  <a:srgbClr val="70C9BC"/>
                </a:solidFill>
                <a:latin typeface="Arial"/>
                <a:ea typeface="Arial"/>
                <a:cs typeface="Arial"/>
              </a:defRPr>
            </a:lvl8pPr>
            <a:lvl9pPr algn="l">
              <a:defRPr sz="2250" b="1">
                <a:solidFill>
                  <a:srgbClr val="70C9BC"/>
                </a:solidFill>
                <a:latin typeface="Arial"/>
                <a:ea typeface="Arial"/>
                <a:cs typeface="Arial"/>
              </a:defRPr>
            </a:lvl9pPr>
          </a:lstStyle>
          <a:p xmlns:a="http://schemas.openxmlformats.org/drawingml/2006/main">
            <a:pPr algn="l">
              <a:defRPr sz="2250" b="1">
                <a:solidFill>
                  <a:srgbClr val="70C9BC"/>
                </a:solidFill>
                <a:latin typeface="Arial"/>
                <a:ea typeface="Arial"/>
                <a:cs typeface="Arial"/>
              </a:defRPr>
            </a:pPr>
            <a:r>
              <a:rPr sz="2250" b="1">
                <a:solidFill>
                  <a:srgbClr val="70C9BC"/>
                </a:solidFill>
                <a:latin typeface="Arial"/>
                <a:ea typeface="Arial"/>
                <a:cs typeface="Arial"/>
              </a:rPr>
              <a:t>Public ingress</a:t>
            </a:r>
          </a:p>
        </p:txBody>
      </p:sp>
      <p:sp>
        <p:nvSpPr>
          <p:cNvPr id="8" name="deploy-entry-body">
            <a:extLst xmlns:a="http://schemas.openxmlformats.org/drawingml/2006/main">
              <a:ext uri="{FF2B5EF4-FFF2-40B4-BE49-F238E27FC236}">
                <a16:creationId xmlns:a16="http://schemas.microsoft.com/office/drawing/2014/main" id="{28F671BA-2B0A-482F-BE1E-631FA5338E86}"/>
              </a:ext>
            </a:extLst>
          </p:cNvPr>
          <p:cNvSpPr>
            <a:spLocks xmlns:a="http://schemas.openxmlformats.org/drawingml/2006/main" noGrp="1"/>
          </p:cNvSpPr>
          <p:nvPr/>
        </p:nvSpPr>
        <p:spPr>
          <a:xfrm xmlns:a="http://schemas.openxmlformats.org/drawingml/2006/main">
            <a:off x="800100" y="2533650"/>
            <a:ext cx="26193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A8B7BC"/>
                </a:solidFill>
                <a:latin typeface="Arial"/>
                <a:ea typeface="Arial"/>
                <a:cs typeface="Arial"/>
              </a:defRPr>
            </a:defPPr>
            <a:lvl1pPr algn="l">
              <a:defRPr sz="1800" b="0">
                <a:solidFill>
                  <a:srgbClr val="A8B7BC"/>
                </a:solidFill>
                <a:latin typeface="Arial"/>
                <a:ea typeface="Arial"/>
                <a:cs typeface="Arial"/>
              </a:defRPr>
            </a:lvl1pPr>
            <a:lvl2pPr algn="l">
              <a:defRPr sz="1800" b="0">
                <a:solidFill>
                  <a:srgbClr val="A8B7BC"/>
                </a:solidFill>
                <a:latin typeface="Arial"/>
                <a:ea typeface="Arial"/>
                <a:cs typeface="Arial"/>
              </a:defRPr>
            </a:lvl2pPr>
            <a:lvl3pPr algn="l">
              <a:defRPr sz="1800" b="0">
                <a:solidFill>
                  <a:srgbClr val="A8B7BC"/>
                </a:solidFill>
                <a:latin typeface="Arial"/>
                <a:ea typeface="Arial"/>
                <a:cs typeface="Arial"/>
              </a:defRPr>
            </a:lvl3pPr>
            <a:lvl4pPr algn="l">
              <a:defRPr sz="1800" b="0">
                <a:solidFill>
                  <a:srgbClr val="A8B7BC"/>
                </a:solidFill>
                <a:latin typeface="Arial"/>
                <a:ea typeface="Arial"/>
                <a:cs typeface="Arial"/>
              </a:defRPr>
            </a:lvl4pPr>
            <a:lvl5pPr algn="l">
              <a:defRPr sz="1800" b="0">
                <a:solidFill>
                  <a:srgbClr val="A8B7BC"/>
                </a:solidFill>
                <a:latin typeface="Arial"/>
                <a:ea typeface="Arial"/>
                <a:cs typeface="Arial"/>
              </a:defRPr>
            </a:lvl5pPr>
            <a:lvl6pPr algn="l">
              <a:defRPr sz="1800" b="0">
                <a:solidFill>
                  <a:srgbClr val="A8B7BC"/>
                </a:solidFill>
                <a:latin typeface="Arial"/>
                <a:ea typeface="Arial"/>
                <a:cs typeface="Arial"/>
              </a:defRPr>
            </a:lvl6pPr>
            <a:lvl7pPr algn="l">
              <a:defRPr sz="1800" b="0">
                <a:solidFill>
                  <a:srgbClr val="A8B7BC"/>
                </a:solidFill>
                <a:latin typeface="Arial"/>
                <a:ea typeface="Arial"/>
                <a:cs typeface="Arial"/>
              </a:defRPr>
            </a:lvl7pPr>
            <a:lvl8pPr algn="l">
              <a:defRPr sz="1800" b="0">
                <a:solidFill>
                  <a:srgbClr val="A8B7BC"/>
                </a:solidFill>
                <a:latin typeface="Arial"/>
                <a:ea typeface="Arial"/>
                <a:cs typeface="Arial"/>
              </a:defRPr>
            </a:lvl8pPr>
            <a:lvl9pPr algn="l">
              <a:defRPr sz="1800" b="0">
                <a:solidFill>
                  <a:srgbClr val="A8B7BC"/>
                </a:solidFill>
                <a:latin typeface="Arial"/>
                <a:ea typeface="Arial"/>
                <a:cs typeface="Arial"/>
              </a:defRPr>
            </a:lvl9pPr>
          </a:lstStyle>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Caddy on 80/443</a:t>
            </a:r>
          </a:p>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Automatic TLS</a:t>
            </a:r>
          </a:p>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Security headers</a:t>
            </a:r>
          </a:p>
        </p:txBody>
      </p:sp>
      <p:sp>
        <p:nvSpPr>
          <p:cNvPr id="9" name="deploy-divider-1">
            <a:extLst xmlns:a="http://schemas.openxmlformats.org/drawingml/2006/main">
              <a:ext uri="{FF2B5EF4-FFF2-40B4-BE49-F238E27FC236}">
                <a16:creationId xmlns:a16="http://schemas.microsoft.com/office/drawing/2014/main" id="{5AD87B8E-8A77-471D-8DDA-348F3D1426CF}"/>
              </a:ext>
            </a:extLst>
          </p:cNvPr>
          <p:cNvSpPr>
            <a:spLocks xmlns:a="http://schemas.openxmlformats.org/drawingml/2006/main" noGrp="1"/>
          </p:cNvSpPr>
          <p:nvPr/>
        </p:nvSpPr>
        <p:spPr>
          <a:xfrm xmlns:a="http://schemas.openxmlformats.org/drawingml/2006/main">
            <a:off x="3810000" y="1971675"/>
            <a:ext cx="0" cy="2047875"/>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10" name="deploy-state">
            <a:extLst xmlns:a="http://schemas.openxmlformats.org/drawingml/2006/main">
              <a:ext uri="{FF2B5EF4-FFF2-40B4-BE49-F238E27FC236}">
                <a16:creationId xmlns:a16="http://schemas.microsoft.com/office/drawing/2014/main" id="{51C3E963-6E96-44EB-9339-3BBCB66C8243}"/>
              </a:ext>
            </a:extLst>
          </p:cNvPr>
          <p:cNvSpPr>
            <a:spLocks xmlns:a="http://schemas.openxmlformats.org/drawingml/2006/main" noGrp="1"/>
          </p:cNvSpPr>
          <p:nvPr/>
        </p:nvSpPr>
        <p:spPr>
          <a:xfrm xmlns:a="http://schemas.openxmlformats.org/drawingml/2006/main">
            <a:off x="4219575" y="196215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F2F0E8"/>
                </a:solidFill>
                <a:latin typeface="Arial"/>
                <a:ea typeface="Arial"/>
                <a:cs typeface="Arial"/>
              </a:defRPr>
            </a:defPPr>
            <a:lvl1pPr algn="l">
              <a:defRPr sz="2250" b="1">
                <a:solidFill>
                  <a:srgbClr val="F2F0E8"/>
                </a:solidFill>
                <a:latin typeface="Arial"/>
                <a:ea typeface="Arial"/>
                <a:cs typeface="Arial"/>
              </a:defRPr>
            </a:lvl1pPr>
            <a:lvl2pPr algn="l">
              <a:defRPr sz="2250" b="1">
                <a:solidFill>
                  <a:srgbClr val="F2F0E8"/>
                </a:solidFill>
                <a:latin typeface="Arial"/>
                <a:ea typeface="Arial"/>
                <a:cs typeface="Arial"/>
              </a:defRPr>
            </a:lvl2pPr>
            <a:lvl3pPr algn="l">
              <a:defRPr sz="2250" b="1">
                <a:solidFill>
                  <a:srgbClr val="F2F0E8"/>
                </a:solidFill>
                <a:latin typeface="Arial"/>
                <a:ea typeface="Arial"/>
                <a:cs typeface="Arial"/>
              </a:defRPr>
            </a:lvl3pPr>
            <a:lvl4pPr algn="l">
              <a:defRPr sz="2250" b="1">
                <a:solidFill>
                  <a:srgbClr val="F2F0E8"/>
                </a:solidFill>
                <a:latin typeface="Arial"/>
                <a:ea typeface="Arial"/>
                <a:cs typeface="Arial"/>
              </a:defRPr>
            </a:lvl4pPr>
            <a:lvl5pPr algn="l">
              <a:defRPr sz="2250" b="1">
                <a:solidFill>
                  <a:srgbClr val="F2F0E8"/>
                </a:solidFill>
                <a:latin typeface="Arial"/>
                <a:ea typeface="Arial"/>
                <a:cs typeface="Arial"/>
              </a:defRPr>
            </a:lvl5pPr>
            <a:lvl6pPr algn="l">
              <a:defRPr sz="2250" b="1">
                <a:solidFill>
                  <a:srgbClr val="F2F0E8"/>
                </a:solidFill>
                <a:latin typeface="Arial"/>
                <a:ea typeface="Arial"/>
                <a:cs typeface="Arial"/>
              </a:defRPr>
            </a:lvl6pPr>
            <a:lvl7pPr algn="l">
              <a:defRPr sz="2250" b="1">
                <a:solidFill>
                  <a:srgbClr val="F2F0E8"/>
                </a:solidFill>
                <a:latin typeface="Arial"/>
                <a:ea typeface="Arial"/>
                <a:cs typeface="Arial"/>
              </a:defRPr>
            </a:lvl7pPr>
            <a:lvl8pPr algn="l">
              <a:defRPr sz="2250" b="1">
                <a:solidFill>
                  <a:srgbClr val="F2F0E8"/>
                </a:solidFill>
                <a:latin typeface="Arial"/>
                <a:ea typeface="Arial"/>
                <a:cs typeface="Arial"/>
              </a:defRPr>
            </a:lvl8pPr>
            <a:lvl9pPr algn="l">
              <a:defRPr sz="2250" b="1">
                <a:solidFill>
                  <a:srgbClr val="F2F0E8"/>
                </a:solidFill>
                <a:latin typeface="Arial"/>
                <a:ea typeface="Arial"/>
                <a:cs typeface="Arial"/>
              </a:defRPr>
            </a:lvl9pPr>
          </a:lstStyle>
          <a:p xmlns:a="http://schemas.openxmlformats.org/drawingml/2006/main">
            <a:pPr algn="l">
              <a:defRPr sz="2250" b="1">
                <a:solidFill>
                  <a:srgbClr val="F2F0E8"/>
                </a:solidFill>
                <a:latin typeface="Arial"/>
                <a:ea typeface="Arial"/>
                <a:cs typeface="Arial"/>
              </a:defRPr>
            </a:pPr>
            <a:r>
              <a:rPr sz="2250" b="1">
                <a:solidFill>
                  <a:srgbClr val="F2F0E8"/>
                </a:solidFill>
                <a:latin typeface="Arial"/>
                <a:ea typeface="Arial"/>
                <a:cs typeface="Arial"/>
              </a:rPr>
              <a:t>Private services</a:t>
            </a:r>
          </a:p>
        </p:txBody>
      </p:sp>
      <p:sp>
        <p:nvSpPr>
          <p:cNvPr id="11" name="deploy-state-body">
            <a:extLst xmlns:a="http://schemas.openxmlformats.org/drawingml/2006/main">
              <a:ext uri="{FF2B5EF4-FFF2-40B4-BE49-F238E27FC236}">
                <a16:creationId xmlns:a16="http://schemas.microsoft.com/office/drawing/2014/main" id="{6C394E3B-26AD-4242-813C-D856BEDCAC49}"/>
              </a:ext>
            </a:extLst>
          </p:cNvPr>
          <p:cNvSpPr>
            <a:spLocks xmlns:a="http://schemas.openxmlformats.org/drawingml/2006/main" noGrp="1"/>
          </p:cNvSpPr>
          <p:nvPr/>
        </p:nvSpPr>
        <p:spPr>
          <a:xfrm xmlns:a="http://schemas.openxmlformats.org/drawingml/2006/main">
            <a:off x="4219575" y="2533650"/>
            <a:ext cx="2857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A8B7BC"/>
                </a:solidFill>
                <a:latin typeface="Arial"/>
                <a:ea typeface="Arial"/>
                <a:cs typeface="Arial"/>
              </a:defRPr>
            </a:defPPr>
            <a:lvl1pPr algn="l">
              <a:defRPr sz="1800" b="0">
                <a:solidFill>
                  <a:srgbClr val="A8B7BC"/>
                </a:solidFill>
                <a:latin typeface="Arial"/>
                <a:ea typeface="Arial"/>
                <a:cs typeface="Arial"/>
              </a:defRPr>
            </a:lvl1pPr>
            <a:lvl2pPr algn="l">
              <a:defRPr sz="1800" b="0">
                <a:solidFill>
                  <a:srgbClr val="A8B7BC"/>
                </a:solidFill>
                <a:latin typeface="Arial"/>
                <a:ea typeface="Arial"/>
                <a:cs typeface="Arial"/>
              </a:defRPr>
            </a:lvl2pPr>
            <a:lvl3pPr algn="l">
              <a:defRPr sz="1800" b="0">
                <a:solidFill>
                  <a:srgbClr val="A8B7BC"/>
                </a:solidFill>
                <a:latin typeface="Arial"/>
                <a:ea typeface="Arial"/>
                <a:cs typeface="Arial"/>
              </a:defRPr>
            </a:lvl3pPr>
            <a:lvl4pPr algn="l">
              <a:defRPr sz="1800" b="0">
                <a:solidFill>
                  <a:srgbClr val="A8B7BC"/>
                </a:solidFill>
                <a:latin typeface="Arial"/>
                <a:ea typeface="Arial"/>
                <a:cs typeface="Arial"/>
              </a:defRPr>
            </a:lvl4pPr>
            <a:lvl5pPr algn="l">
              <a:defRPr sz="1800" b="0">
                <a:solidFill>
                  <a:srgbClr val="A8B7BC"/>
                </a:solidFill>
                <a:latin typeface="Arial"/>
                <a:ea typeface="Arial"/>
                <a:cs typeface="Arial"/>
              </a:defRPr>
            </a:lvl5pPr>
            <a:lvl6pPr algn="l">
              <a:defRPr sz="1800" b="0">
                <a:solidFill>
                  <a:srgbClr val="A8B7BC"/>
                </a:solidFill>
                <a:latin typeface="Arial"/>
                <a:ea typeface="Arial"/>
                <a:cs typeface="Arial"/>
              </a:defRPr>
            </a:lvl6pPr>
            <a:lvl7pPr algn="l">
              <a:defRPr sz="1800" b="0">
                <a:solidFill>
                  <a:srgbClr val="A8B7BC"/>
                </a:solidFill>
                <a:latin typeface="Arial"/>
                <a:ea typeface="Arial"/>
                <a:cs typeface="Arial"/>
              </a:defRPr>
            </a:lvl7pPr>
            <a:lvl8pPr algn="l">
              <a:defRPr sz="1800" b="0">
                <a:solidFill>
                  <a:srgbClr val="A8B7BC"/>
                </a:solidFill>
                <a:latin typeface="Arial"/>
                <a:ea typeface="Arial"/>
                <a:cs typeface="Arial"/>
              </a:defRPr>
            </a:lvl8pPr>
            <a:lvl9pPr algn="l">
              <a:defRPr sz="1800" b="0">
                <a:solidFill>
                  <a:srgbClr val="A8B7BC"/>
                </a:solidFill>
                <a:latin typeface="Arial"/>
                <a:ea typeface="Arial"/>
                <a:cs typeface="Arial"/>
              </a:defRPr>
            </a:lvl9pPr>
          </a:lstStyle>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FastAPI + worker</a:t>
            </a:r>
          </a:p>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PostgreSQL + Redis</a:t>
            </a:r>
          </a:p>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No host port mappings</a:t>
            </a:r>
          </a:p>
        </p:txBody>
      </p:sp>
      <p:sp>
        <p:nvSpPr>
          <p:cNvPr id="12" name="deploy-divider-2">
            <a:extLst xmlns:a="http://schemas.openxmlformats.org/drawingml/2006/main">
              <a:ext uri="{FF2B5EF4-FFF2-40B4-BE49-F238E27FC236}">
                <a16:creationId xmlns:a16="http://schemas.microsoft.com/office/drawing/2014/main" id="{0E4C3BE9-F81A-46C7-ADB0-B77EC17005BF}"/>
              </a:ext>
            </a:extLst>
          </p:cNvPr>
          <p:cNvSpPr>
            <a:spLocks xmlns:a="http://schemas.openxmlformats.org/drawingml/2006/main" noGrp="1"/>
          </p:cNvSpPr>
          <p:nvPr/>
        </p:nvSpPr>
        <p:spPr>
          <a:xfrm xmlns:a="http://schemas.openxmlformats.org/drawingml/2006/main">
            <a:off x="7543800" y="1971675"/>
            <a:ext cx="0" cy="2047875"/>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13" name="deploy-secret">
            <a:extLst xmlns:a="http://schemas.openxmlformats.org/drawingml/2006/main">
              <a:ext uri="{FF2B5EF4-FFF2-40B4-BE49-F238E27FC236}">
                <a16:creationId xmlns:a16="http://schemas.microsoft.com/office/drawing/2014/main" id="{1238ABF8-284C-4F7F-9E9E-0C9D5116CB32}"/>
              </a:ext>
            </a:extLst>
          </p:cNvPr>
          <p:cNvSpPr>
            <a:spLocks xmlns:a="http://schemas.openxmlformats.org/drawingml/2006/main" noGrp="1"/>
          </p:cNvSpPr>
          <p:nvPr/>
        </p:nvSpPr>
        <p:spPr>
          <a:xfrm xmlns:a="http://schemas.openxmlformats.org/drawingml/2006/main">
            <a:off x="7943850" y="196215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F0BD76"/>
                </a:solidFill>
                <a:latin typeface="Arial"/>
                <a:ea typeface="Arial"/>
                <a:cs typeface="Arial"/>
              </a:defRPr>
            </a:defPPr>
            <a:lvl1pPr algn="l">
              <a:defRPr sz="2250" b="1">
                <a:solidFill>
                  <a:srgbClr val="F0BD76"/>
                </a:solidFill>
                <a:latin typeface="Arial"/>
                <a:ea typeface="Arial"/>
                <a:cs typeface="Arial"/>
              </a:defRPr>
            </a:lvl1pPr>
            <a:lvl2pPr algn="l">
              <a:defRPr sz="2250" b="1">
                <a:solidFill>
                  <a:srgbClr val="F0BD76"/>
                </a:solidFill>
                <a:latin typeface="Arial"/>
                <a:ea typeface="Arial"/>
                <a:cs typeface="Arial"/>
              </a:defRPr>
            </a:lvl2pPr>
            <a:lvl3pPr algn="l">
              <a:defRPr sz="2250" b="1">
                <a:solidFill>
                  <a:srgbClr val="F0BD76"/>
                </a:solidFill>
                <a:latin typeface="Arial"/>
                <a:ea typeface="Arial"/>
                <a:cs typeface="Arial"/>
              </a:defRPr>
            </a:lvl3pPr>
            <a:lvl4pPr algn="l">
              <a:defRPr sz="2250" b="1">
                <a:solidFill>
                  <a:srgbClr val="F0BD76"/>
                </a:solidFill>
                <a:latin typeface="Arial"/>
                <a:ea typeface="Arial"/>
                <a:cs typeface="Arial"/>
              </a:defRPr>
            </a:lvl4pPr>
            <a:lvl5pPr algn="l">
              <a:defRPr sz="2250" b="1">
                <a:solidFill>
                  <a:srgbClr val="F0BD76"/>
                </a:solidFill>
                <a:latin typeface="Arial"/>
                <a:ea typeface="Arial"/>
                <a:cs typeface="Arial"/>
              </a:defRPr>
            </a:lvl5pPr>
            <a:lvl6pPr algn="l">
              <a:defRPr sz="2250" b="1">
                <a:solidFill>
                  <a:srgbClr val="F0BD76"/>
                </a:solidFill>
                <a:latin typeface="Arial"/>
                <a:ea typeface="Arial"/>
                <a:cs typeface="Arial"/>
              </a:defRPr>
            </a:lvl6pPr>
            <a:lvl7pPr algn="l">
              <a:defRPr sz="2250" b="1">
                <a:solidFill>
                  <a:srgbClr val="F0BD76"/>
                </a:solidFill>
                <a:latin typeface="Arial"/>
                <a:ea typeface="Arial"/>
                <a:cs typeface="Arial"/>
              </a:defRPr>
            </a:lvl7pPr>
            <a:lvl8pPr algn="l">
              <a:defRPr sz="2250" b="1">
                <a:solidFill>
                  <a:srgbClr val="F0BD76"/>
                </a:solidFill>
                <a:latin typeface="Arial"/>
                <a:ea typeface="Arial"/>
                <a:cs typeface="Arial"/>
              </a:defRPr>
            </a:lvl8pPr>
            <a:lvl9pPr algn="l">
              <a:defRPr sz="2250" b="1">
                <a:solidFill>
                  <a:srgbClr val="F0BD76"/>
                </a:solidFill>
                <a:latin typeface="Arial"/>
                <a:ea typeface="Arial"/>
                <a:cs typeface="Arial"/>
              </a:defRPr>
            </a:lvl9pPr>
          </a:lstStyle>
          <a:p xmlns:a="http://schemas.openxmlformats.org/drawingml/2006/main">
            <a:pPr algn="l">
              <a:defRPr sz="2250" b="1">
                <a:solidFill>
                  <a:srgbClr val="F0BD76"/>
                </a:solidFill>
                <a:latin typeface="Arial"/>
                <a:ea typeface="Arial"/>
                <a:cs typeface="Arial"/>
              </a:defRPr>
            </a:pPr>
            <a:r>
              <a:rPr sz="2250" b="1">
                <a:solidFill>
                  <a:srgbClr val="F0BD76"/>
                </a:solidFill>
                <a:latin typeface="Arial"/>
                <a:ea typeface="Arial"/>
                <a:cs typeface="Arial"/>
              </a:rPr>
              <a:t>Operator controls</a:t>
            </a:r>
          </a:p>
        </p:txBody>
      </p:sp>
      <p:sp>
        <p:nvSpPr>
          <p:cNvPr id="14" name="deploy-secret-body">
            <a:extLst xmlns:a="http://schemas.openxmlformats.org/drawingml/2006/main">
              <a:ext uri="{FF2B5EF4-FFF2-40B4-BE49-F238E27FC236}">
                <a16:creationId xmlns:a16="http://schemas.microsoft.com/office/drawing/2014/main" id="{83A5BFE6-361D-4BDB-871C-9C15C811FBF1}"/>
              </a:ext>
            </a:extLst>
          </p:cNvPr>
          <p:cNvSpPr>
            <a:spLocks xmlns:a="http://schemas.openxmlformats.org/drawingml/2006/main" noGrp="1"/>
          </p:cNvSpPr>
          <p:nvPr/>
        </p:nvSpPr>
        <p:spPr>
          <a:xfrm xmlns:a="http://schemas.openxmlformats.org/drawingml/2006/main">
            <a:off x="7943850" y="2533650"/>
            <a:ext cx="3238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A8B7BC"/>
                </a:solidFill>
                <a:latin typeface="Arial"/>
                <a:ea typeface="Arial"/>
                <a:cs typeface="Arial"/>
              </a:defRPr>
            </a:defPPr>
            <a:lvl1pPr algn="l">
              <a:defRPr sz="1800" b="0">
                <a:solidFill>
                  <a:srgbClr val="A8B7BC"/>
                </a:solidFill>
                <a:latin typeface="Arial"/>
                <a:ea typeface="Arial"/>
                <a:cs typeface="Arial"/>
              </a:defRPr>
            </a:lvl1pPr>
            <a:lvl2pPr algn="l">
              <a:defRPr sz="1800" b="0">
                <a:solidFill>
                  <a:srgbClr val="A8B7BC"/>
                </a:solidFill>
                <a:latin typeface="Arial"/>
                <a:ea typeface="Arial"/>
                <a:cs typeface="Arial"/>
              </a:defRPr>
            </a:lvl2pPr>
            <a:lvl3pPr algn="l">
              <a:defRPr sz="1800" b="0">
                <a:solidFill>
                  <a:srgbClr val="A8B7BC"/>
                </a:solidFill>
                <a:latin typeface="Arial"/>
                <a:ea typeface="Arial"/>
                <a:cs typeface="Arial"/>
              </a:defRPr>
            </a:lvl3pPr>
            <a:lvl4pPr algn="l">
              <a:defRPr sz="1800" b="0">
                <a:solidFill>
                  <a:srgbClr val="A8B7BC"/>
                </a:solidFill>
                <a:latin typeface="Arial"/>
                <a:ea typeface="Arial"/>
                <a:cs typeface="Arial"/>
              </a:defRPr>
            </a:lvl4pPr>
            <a:lvl5pPr algn="l">
              <a:defRPr sz="1800" b="0">
                <a:solidFill>
                  <a:srgbClr val="A8B7BC"/>
                </a:solidFill>
                <a:latin typeface="Arial"/>
                <a:ea typeface="Arial"/>
                <a:cs typeface="Arial"/>
              </a:defRPr>
            </a:lvl5pPr>
            <a:lvl6pPr algn="l">
              <a:defRPr sz="1800" b="0">
                <a:solidFill>
                  <a:srgbClr val="A8B7BC"/>
                </a:solidFill>
                <a:latin typeface="Arial"/>
                <a:ea typeface="Arial"/>
                <a:cs typeface="Arial"/>
              </a:defRPr>
            </a:lvl6pPr>
            <a:lvl7pPr algn="l">
              <a:defRPr sz="1800" b="0">
                <a:solidFill>
                  <a:srgbClr val="A8B7BC"/>
                </a:solidFill>
                <a:latin typeface="Arial"/>
                <a:ea typeface="Arial"/>
                <a:cs typeface="Arial"/>
              </a:defRPr>
            </a:lvl7pPr>
            <a:lvl8pPr algn="l">
              <a:defRPr sz="1800" b="0">
                <a:solidFill>
                  <a:srgbClr val="A8B7BC"/>
                </a:solidFill>
                <a:latin typeface="Arial"/>
                <a:ea typeface="Arial"/>
                <a:cs typeface="Arial"/>
              </a:defRPr>
            </a:lvl8pPr>
            <a:lvl9pPr algn="l">
              <a:defRPr sz="1800" b="0">
                <a:solidFill>
                  <a:srgbClr val="A8B7BC"/>
                </a:solidFill>
                <a:latin typeface="Arial"/>
                <a:ea typeface="Arial"/>
                <a:cs typeface="Arial"/>
              </a:defRPr>
            </a:lvl9pPr>
          </a:lstStyle>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Mounted DB secret</a:t>
            </a:r>
          </a:p>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Registration disabled</a:t>
            </a:r>
          </a:p>
          <a:p xmlns:a="http://schemas.openxmlformats.org/drawingml/2006/main">
            <a:pPr algn="l">
              <a:defRPr sz="1800" b="0">
                <a:solidFill>
                  <a:srgbClr val="A8B7BC"/>
                </a:solidFill>
                <a:latin typeface="Arial"/>
                <a:ea typeface="Arial"/>
                <a:cs typeface="Arial"/>
              </a:defRPr>
            </a:pPr>
            <a:r>
              <a:rPr sz="1800" b="0">
                <a:solidFill>
                  <a:srgbClr val="A8B7BC"/>
                </a:solidFill>
                <a:latin typeface="Arial"/>
                <a:ea typeface="Arial"/>
                <a:cs typeface="Arial"/>
              </a:rPr>
              <a:t>First account via CLI bootstrap</a:t>
            </a:r>
          </a:p>
        </p:txBody>
      </p:sp>
      <p:sp>
        <p:nvSpPr>
          <p:cNvPr id="15" name="deploy-safety">
            <a:extLst xmlns:a="http://schemas.openxmlformats.org/drawingml/2006/main">
              <a:ext uri="{FF2B5EF4-FFF2-40B4-BE49-F238E27FC236}">
                <a16:creationId xmlns:a16="http://schemas.microsoft.com/office/drawing/2014/main" id="{422211FE-8231-47DD-B805-43C0D953E4ED}"/>
              </a:ext>
            </a:extLst>
          </p:cNvPr>
          <p:cNvSpPr>
            <a:spLocks xmlns:a="http://schemas.openxmlformats.org/drawingml/2006/main" noGrp="1"/>
          </p:cNvSpPr>
          <p:nvPr/>
        </p:nvSpPr>
        <p:spPr>
          <a:xfrm xmlns:a="http://schemas.openxmlformats.org/drawingml/2006/main">
            <a:off x="800100" y="4572000"/>
            <a:ext cx="10382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58A72"/>
                </a:solidFill>
                <a:latin typeface="Arial"/>
                <a:ea typeface="Arial"/>
                <a:cs typeface="Arial"/>
              </a:defRPr>
            </a:defPPr>
            <a:lvl1pPr algn="l">
              <a:defRPr sz="1800" b="1">
                <a:solidFill>
                  <a:srgbClr val="E58A72"/>
                </a:solidFill>
                <a:latin typeface="Arial"/>
                <a:ea typeface="Arial"/>
                <a:cs typeface="Arial"/>
              </a:defRPr>
            </a:lvl1pPr>
            <a:lvl2pPr algn="l">
              <a:defRPr sz="1800" b="1">
                <a:solidFill>
                  <a:srgbClr val="E58A72"/>
                </a:solidFill>
                <a:latin typeface="Arial"/>
                <a:ea typeface="Arial"/>
                <a:cs typeface="Arial"/>
              </a:defRPr>
            </a:lvl2pPr>
            <a:lvl3pPr algn="l">
              <a:defRPr sz="1800" b="1">
                <a:solidFill>
                  <a:srgbClr val="E58A72"/>
                </a:solidFill>
                <a:latin typeface="Arial"/>
                <a:ea typeface="Arial"/>
                <a:cs typeface="Arial"/>
              </a:defRPr>
            </a:lvl3pPr>
            <a:lvl4pPr algn="l">
              <a:defRPr sz="1800" b="1">
                <a:solidFill>
                  <a:srgbClr val="E58A72"/>
                </a:solidFill>
                <a:latin typeface="Arial"/>
                <a:ea typeface="Arial"/>
                <a:cs typeface="Arial"/>
              </a:defRPr>
            </a:lvl4pPr>
            <a:lvl5pPr algn="l">
              <a:defRPr sz="1800" b="1">
                <a:solidFill>
                  <a:srgbClr val="E58A72"/>
                </a:solidFill>
                <a:latin typeface="Arial"/>
                <a:ea typeface="Arial"/>
                <a:cs typeface="Arial"/>
              </a:defRPr>
            </a:lvl5pPr>
            <a:lvl6pPr algn="l">
              <a:defRPr sz="1800" b="1">
                <a:solidFill>
                  <a:srgbClr val="E58A72"/>
                </a:solidFill>
                <a:latin typeface="Arial"/>
                <a:ea typeface="Arial"/>
                <a:cs typeface="Arial"/>
              </a:defRPr>
            </a:lvl6pPr>
            <a:lvl7pPr algn="l">
              <a:defRPr sz="1800" b="1">
                <a:solidFill>
                  <a:srgbClr val="E58A72"/>
                </a:solidFill>
                <a:latin typeface="Arial"/>
                <a:ea typeface="Arial"/>
                <a:cs typeface="Arial"/>
              </a:defRPr>
            </a:lvl7pPr>
            <a:lvl8pPr algn="l">
              <a:defRPr sz="1800" b="1">
                <a:solidFill>
                  <a:srgbClr val="E58A72"/>
                </a:solidFill>
                <a:latin typeface="Arial"/>
                <a:ea typeface="Arial"/>
                <a:cs typeface="Arial"/>
              </a:defRPr>
            </a:lvl8pPr>
            <a:lvl9pPr algn="l">
              <a:defRPr sz="1800" b="1">
                <a:solidFill>
                  <a:srgbClr val="E58A72"/>
                </a:solidFill>
                <a:latin typeface="Arial"/>
                <a:ea typeface="Arial"/>
                <a:cs typeface="Arial"/>
              </a:defRPr>
            </a:lvl9pPr>
          </a:lstStyle>
          <a:p xmlns:a="http://schemas.openxmlformats.org/drawingml/2006/main">
            <a:pPr algn="l">
              <a:defRPr sz="1800" b="1">
                <a:solidFill>
                  <a:srgbClr val="E58A72"/>
                </a:solidFill>
                <a:latin typeface="Arial"/>
                <a:ea typeface="Arial"/>
                <a:cs typeface="Arial"/>
              </a:defRPr>
            </a:pPr>
            <a:r>
              <a:rPr sz="1800" b="1">
                <a:solidFill>
                  <a:srgbClr val="E58A72"/>
                </a:solidFill>
                <a:latin typeface="Arial"/>
                <a:ea typeface="Arial"/>
                <a:cs typeface="Arial"/>
              </a:rPr>
              <a:t>Staging only: restrict access by VPN or source IP until auth hardening and independent review are complete.</a:t>
            </a:r>
          </a:p>
        </p:txBody>
      </p:sp>
    </p:spTree>
    <p:extLst>
      <p:ext uri="{BB962C8B-B14F-4D97-AF65-F5344CB8AC3E}">
        <p14:creationId xmlns:p14="http://schemas.microsoft.com/office/powerpoint/2010/main" val="581102669"/>
      </p:ext>
    </p:extLst>
  </p:cSld>
</p:sld>
</file>

<file path=ppt/slides/slide10.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23" name="section-10">
            <a:extLst xmlns:a="http://schemas.openxmlformats.org/drawingml/2006/main">
              <a:ext uri="{FF2B5EF4-FFF2-40B4-BE49-F238E27FC236}">
                <a16:creationId xmlns:a16="http://schemas.microsoft.com/office/drawing/2014/main" id="{C2F63D19-AD4E-407B-A222-0CA5B432B8AA}"/>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RECOVERY</a:t>
            </a:r>
          </a:p>
        </p:txBody>
      </p:sp>
      <p:sp>
        <p:nvSpPr>
          <p:cNvPr id="2" name="title-10">
            <a:extLst xmlns:a="http://schemas.openxmlformats.org/drawingml/2006/main">
              <a:ext uri="{FF2B5EF4-FFF2-40B4-BE49-F238E27FC236}">
                <a16:creationId xmlns:a16="http://schemas.microsoft.com/office/drawing/2014/main" id="{5F9C1767-F251-45AB-8C44-29A7AB6BC2BC}"/>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Backup and restore are designed as a verifiable pair</a:t>
            </a:r>
          </a:p>
        </p:txBody>
      </p:sp>
      <p:sp>
        <p:nvSpPr>
          <p:cNvPr id="3" name="title-rule-10">
            <a:extLst xmlns:a="http://schemas.openxmlformats.org/drawingml/2006/main">
              <a:ext uri="{FF2B5EF4-FFF2-40B4-BE49-F238E27FC236}">
                <a16:creationId xmlns:a16="http://schemas.microsoft.com/office/drawing/2014/main" id="{7B10C76C-7B5F-488F-AA8A-47BC7359F184}"/>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10">
            <a:extLst xmlns:a="http://schemas.openxmlformats.org/drawingml/2006/main">
              <a:ext uri="{FF2B5EF4-FFF2-40B4-BE49-F238E27FC236}">
                <a16:creationId xmlns:a16="http://schemas.microsoft.com/office/drawing/2014/main" id="{B43B2493-FC8B-45F4-B368-88F86CB3855B}"/>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10">
            <a:extLst xmlns:a="http://schemas.openxmlformats.org/drawingml/2006/main">
              <a:ext uri="{FF2B5EF4-FFF2-40B4-BE49-F238E27FC236}">
                <a16:creationId xmlns:a16="http://schemas.microsoft.com/office/drawing/2014/main" id="{A9460314-18BA-4B38-81AD-E5EF1713E43E}"/>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10">
            <a:extLst xmlns:a="http://schemas.openxmlformats.org/drawingml/2006/main">
              <a:ext uri="{FF2B5EF4-FFF2-40B4-BE49-F238E27FC236}">
                <a16:creationId xmlns:a16="http://schemas.microsoft.com/office/drawing/2014/main" id="{A6DA6047-214B-4B1A-8364-C8FA07344DF8}"/>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10</a:t>
            </a:r>
          </a:p>
        </p:txBody>
      </p:sp>
      <p:sp>
        <p:nvSpPr>
          <p:cNvPr id="7" name="backup-number-0">
            <a:extLst xmlns:a="http://schemas.openxmlformats.org/drawingml/2006/main">
              <a:ext uri="{FF2B5EF4-FFF2-40B4-BE49-F238E27FC236}">
                <a16:creationId xmlns:a16="http://schemas.microsoft.com/office/drawing/2014/main" id="{91EA56F1-2013-4091-A6F2-0EE8EBD6A531}"/>
              </a:ext>
            </a:extLst>
          </p:cNvPr>
          <p:cNvSpPr>
            <a:spLocks xmlns:a="http://schemas.openxmlformats.org/drawingml/2006/main" noGrp="1"/>
          </p:cNvSpPr>
          <p:nvPr/>
        </p:nvSpPr>
        <p:spPr>
          <a:xfrm xmlns:a="http://schemas.openxmlformats.org/drawingml/2006/main">
            <a:off x="819150" y="213360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3150" b="1">
                <a:solidFill>
                  <a:srgbClr val="70C9BC"/>
                </a:solidFill>
                <a:latin typeface="Arial"/>
                <a:ea typeface="Arial"/>
                <a:cs typeface="Arial"/>
              </a:defRPr>
            </a:defPPr>
            <a:lvl1pPr algn="ctr">
              <a:defRPr sz="3150" b="1">
                <a:solidFill>
                  <a:srgbClr val="70C9BC"/>
                </a:solidFill>
                <a:latin typeface="Arial"/>
                <a:ea typeface="Arial"/>
                <a:cs typeface="Arial"/>
              </a:defRPr>
            </a:lvl1pPr>
            <a:lvl2pPr algn="ctr">
              <a:defRPr sz="3150" b="1">
                <a:solidFill>
                  <a:srgbClr val="70C9BC"/>
                </a:solidFill>
                <a:latin typeface="Arial"/>
                <a:ea typeface="Arial"/>
                <a:cs typeface="Arial"/>
              </a:defRPr>
            </a:lvl2pPr>
            <a:lvl3pPr algn="ctr">
              <a:defRPr sz="3150" b="1">
                <a:solidFill>
                  <a:srgbClr val="70C9BC"/>
                </a:solidFill>
                <a:latin typeface="Arial"/>
                <a:ea typeface="Arial"/>
                <a:cs typeface="Arial"/>
              </a:defRPr>
            </a:lvl3pPr>
            <a:lvl4pPr algn="ctr">
              <a:defRPr sz="3150" b="1">
                <a:solidFill>
                  <a:srgbClr val="70C9BC"/>
                </a:solidFill>
                <a:latin typeface="Arial"/>
                <a:ea typeface="Arial"/>
                <a:cs typeface="Arial"/>
              </a:defRPr>
            </a:lvl4pPr>
            <a:lvl5pPr algn="ctr">
              <a:defRPr sz="3150" b="1">
                <a:solidFill>
                  <a:srgbClr val="70C9BC"/>
                </a:solidFill>
                <a:latin typeface="Arial"/>
                <a:ea typeface="Arial"/>
                <a:cs typeface="Arial"/>
              </a:defRPr>
            </a:lvl5pPr>
            <a:lvl6pPr algn="ctr">
              <a:defRPr sz="3150" b="1">
                <a:solidFill>
                  <a:srgbClr val="70C9BC"/>
                </a:solidFill>
                <a:latin typeface="Arial"/>
                <a:ea typeface="Arial"/>
                <a:cs typeface="Arial"/>
              </a:defRPr>
            </a:lvl6pPr>
            <a:lvl7pPr algn="ctr">
              <a:defRPr sz="3150" b="1">
                <a:solidFill>
                  <a:srgbClr val="70C9BC"/>
                </a:solidFill>
                <a:latin typeface="Arial"/>
                <a:ea typeface="Arial"/>
                <a:cs typeface="Arial"/>
              </a:defRPr>
            </a:lvl7pPr>
            <a:lvl8pPr algn="ctr">
              <a:defRPr sz="3150" b="1">
                <a:solidFill>
                  <a:srgbClr val="70C9BC"/>
                </a:solidFill>
                <a:latin typeface="Arial"/>
                <a:ea typeface="Arial"/>
                <a:cs typeface="Arial"/>
              </a:defRPr>
            </a:lvl8pPr>
            <a:lvl9pPr algn="ctr">
              <a:defRPr sz="3150" b="1">
                <a:solidFill>
                  <a:srgbClr val="70C9BC"/>
                </a:solidFill>
                <a:latin typeface="Arial"/>
                <a:ea typeface="Arial"/>
                <a:cs typeface="Arial"/>
              </a:defRPr>
            </a:lvl9pPr>
          </a:lstStyle>
          <a:p xmlns:a="http://schemas.openxmlformats.org/drawingml/2006/main">
            <a:pPr algn="ctr">
              <a:defRPr sz="3150" b="1">
                <a:solidFill>
                  <a:srgbClr val="70C9BC"/>
                </a:solidFill>
                <a:latin typeface="Arial"/>
                <a:ea typeface="Arial"/>
                <a:cs typeface="Arial"/>
              </a:defRPr>
            </a:pPr>
            <a:r>
              <a:rPr sz="3150" b="1">
                <a:solidFill>
                  <a:srgbClr val="70C9BC"/>
                </a:solidFill>
                <a:latin typeface="Arial"/>
                <a:ea typeface="Arial"/>
                <a:cs typeface="Arial"/>
              </a:rPr>
              <a:t>1</a:t>
            </a:r>
          </a:p>
        </p:txBody>
      </p:sp>
      <p:sp>
        <p:nvSpPr>
          <p:cNvPr id="8" name="backup-title-0">
            <a:extLst xmlns:a="http://schemas.openxmlformats.org/drawingml/2006/main">
              <a:ext uri="{FF2B5EF4-FFF2-40B4-BE49-F238E27FC236}">
                <a16:creationId xmlns:a16="http://schemas.microsoft.com/office/drawing/2014/main" id="{409696A0-3958-42CA-B604-05F182977FBA}"/>
              </a:ext>
            </a:extLst>
          </p:cNvPr>
          <p:cNvSpPr>
            <a:spLocks xmlns:a="http://schemas.openxmlformats.org/drawingml/2006/main" noGrp="1"/>
          </p:cNvSpPr>
          <p:nvPr/>
        </p:nvSpPr>
        <p:spPr>
          <a:xfrm xmlns:a="http://schemas.openxmlformats.org/drawingml/2006/main">
            <a:off x="304800" y="2981325"/>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Dump</a:t>
            </a:r>
          </a:p>
        </p:txBody>
      </p:sp>
      <p:sp>
        <p:nvSpPr>
          <p:cNvPr id="9" name="backup-sub-0">
            <a:extLst xmlns:a="http://schemas.openxmlformats.org/drawingml/2006/main">
              <a:ext uri="{FF2B5EF4-FFF2-40B4-BE49-F238E27FC236}">
                <a16:creationId xmlns:a16="http://schemas.microsoft.com/office/drawing/2014/main" id="{E5ABD3E7-F1D5-420B-8DB1-A5F842F5C308}"/>
              </a:ext>
            </a:extLst>
          </p:cNvPr>
          <p:cNvSpPr>
            <a:spLocks xmlns:a="http://schemas.openxmlformats.org/drawingml/2006/main" noGrp="1"/>
          </p:cNvSpPr>
          <p:nvPr/>
        </p:nvSpPr>
        <p:spPr>
          <a:xfrm xmlns:a="http://schemas.openxmlformats.org/drawingml/2006/main">
            <a:off x="152400" y="3457575"/>
            <a:ext cx="18859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A8B7BC"/>
                </a:solidFill>
                <a:latin typeface="Arial"/>
                <a:ea typeface="Arial"/>
                <a:cs typeface="Arial"/>
              </a:defRPr>
            </a:defPPr>
            <a:lvl1pPr algn="ctr">
              <a:defRPr sz="1575" b="0">
                <a:solidFill>
                  <a:srgbClr val="A8B7BC"/>
                </a:solidFill>
                <a:latin typeface="Arial"/>
                <a:ea typeface="Arial"/>
                <a:cs typeface="Arial"/>
              </a:defRPr>
            </a:lvl1pPr>
            <a:lvl2pPr algn="ctr">
              <a:defRPr sz="1575" b="0">
                <a:solidFill>
                  <a:srgbClr val="A8B7BC"/>
                </a:solidFill>
                <a:latin typeface="Arial"/>
                <a:ea typeface="Arial"/>
                <a:cs typeface="Arial"/>
              </a:defRPr>
            </a:lvl2pPr>
            <a:lvl3pPr algn="ctr">
              <a:defRPr sz="1575" b="0">
                <a:solidFill>
                  <a:srgbClr val="A8B7BC"/>
                </a:solidFill>
                <a:latin typeface="Arial"/>
                <a:ea typeface="Arial"/>
                <a:cs typeface="Arial"/>
              </a:defRPr>
            </a:lvl3pPr>
            <a:lvl4pPr algn="ctr">
              <a:defRPr sz="1575" b="0">
                <a:solidFill>
                  <a:srgbClr val="A8B7BC"/>
                </a:solidFill>
                <a:latin typeface="Arial"/>
                <a:ea typeface="Arial"/>
                <a:cs typeface="Arial"/>
              </a:defRPr>
            </a:lvl4pPr>
            <a:lvl5pPr algn="ctr">
              <a:defRPr sz="1575" b="0">
                <a:solidFill>
                  <a:srgbClr val="A8B7BC"/>
                </a:solidFill>
                <a:latin typeface="Arial"/>
                <a:ea typeface="Arial"/>
                <a:cs typeface="Arial"/>
              </a:defRPr>
            </a:lvl5pPr>
            <a:lvl6pPr algn="ctr">
              <a:defRPr sz="1575" b="0">
                <a:solidFill>
                  <a:srgbClr val="A8B7BC"/>
                </a:solidFill>
                <a:latin typeface="Arial"/>
                <a:ea typeface="Arial"/>
                <a:cs typeface="Arial"/>
              </a:defRPr>
            </a:lvl6pPr>
            <a:lvl7pPr algn="ctr">
              <a:defRPr sz="1575" b="0">
                <a:solidFill>
                  <a:srgbClr val="A8B7BC"/>
                </a:solidFill>
                <a:latin typeface="Arial"/>
                <a:ea typeface="Arial"/>
                <a:cs typeface="Arial"/>
              </a:defRPr>
            </a:lvl7pPr>
            <a:lvl8pPr algn="ctr">
              <a:defRPr sz="1575" b="0">
                <a:solidFill>
                  <a:srgbClr val="A8B7BC"/>
                </a:solidFill>
                <a:latin typeface="Arial"/>
                <a:ea typeface="Arial"/>
                <a:cs typeface="Arial"/>
              </a:defRPr>
            </a:lvl8pPr>
            <a:lvl9pPr algn="ctr">
              <a:defRPr sz="1575" b="0">
                <a:solidFill>
                  <a:srgbClr val="A8B7BC"/>
                </a:solidFill>
                <a:latin typeface="Arial"/>
                <a:ea typeface="Arial"/>
                <a:cs typeface="Arial"/>
              </a:defRPr>
            </a:lvl9pPr>
          </a:lstStyle>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PostgreSQL custom format</a:t>
            </a:r>
          </a:p>
        </p:txBody>
      </p:sp>
      <p:sp>
        <p:nvSpPr>
          <p:cNvPr id="10" name="backup-line-0">
            <a:extLst xmlns:a="http://schemas.openxmlformats.org/drawingml/2006/main">
              <a:ext uri="{FF2B5EF4-FFF2-40B4-BE49-F238E27FC236}">
                <a16:creationId xmlns:a16="http://schemas.microsoft.com/office/drawing/2014/main" id="{F2DDE10A-FFD1-4EA3-83CE-79E99CC05260}"/>
              </a:ext>
            </a:extLst>
          </p:cNvPr>
          <p:cNvSpPr>
            <a:spLocks xmlns:a="http://schemas.openxmlformats.org/drawingml/2006/main" noGrp="1"/>
          </p:cNvSpPr>
          <p:nvPr/>
        </p:nvSpPr>
        <p:spPr>
          <a:xfrm xmlns:a="http://schemas.openxmlformats.org/drawingml/2006/main">
            <a:off x="1657350" y="2409825"/>
            <a:ext cx="1743075" cy="0"/>
          </a:xfrm>
          <a:prstGeom xmlns:a="http://schemas.openxmlformats.org/drawingml/2006/main" prst="line">
            <a:avLst/>
          </a:prstGeom>
          <a:noFill xmlns:a="http://schemas.openxmlformats.org/drawingml/2006/main"/>
          <a:ln xmlns:a="http://schemas.openxmlformats.org/drawingml/2006/main" w="19050">
            <a:solidFill>
              <a:srgbClr val="35505B"/>
            </a:solidFill>
            <a:prstDash val="solid"/>
          </a:ln>
        </p:spPr>
      </p:sp>
      <p:sp>
        <p:nvSpPr>
          <p:cNvPr id="11" name="backup-number-1">
            <a:extLst xmlns:a="http://schemas.openxmlformats.org/drawingml/2006/main">
              <a:ext uri="{FF2B5EF4-FFF2-40B4-BE49-F238E27FC236}">
                <a16:creationId xmlns:a16="http://schemas.microsoft.com/office/drawing/2014/main" id="{C6C7557B-8D33-4FAE-AC3F-D5617C480D77}"/>
              </a:ext>
            </a:extLst>
          </p:cNvPr>
          <p:cNvSpPr>
            <a:spLocks xmlns:a="http://schemas.openxmlformats.org/drawingml/2006/main" noGrp="1"/>
          </p:cNvSpPr>
          <p:nvPr/>
        </p:nvSpPr>
        <p:spPr>
          <a:xfrm xmlns:a="http://schemas.openxmlformats.org/drawingml/2006/main">
            <a:off x="3571875" y="213360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3150" b="1">
                <a:solidFill>
                  <a:srgbClr val="70C9BC"/>
                </a:solidFill>
                <a:latin typeface="Arial"/>
                <a:ea typeface="Arial"/>
                <a:cs typeface="Arial"/>
              </a:defRPr>
            </a:defPPr>
            <a:lvl1pPr algn="ctr">
              <a:defRPr sz="3150" b="1">
                <a:solidFill>
                  <a:srgbClr val="70C9BC"/>
                </a:solidFill>
                <a:latin typeface="Arial"/>
                <a:ea typeface="Arial"/>
                <a:cs typeface="Arial"/>
              </a:defRPr>
            </a:lvl1pPr>
            <a:lvl2pPr algn="ctr">
              <a:defRPr sz="3150" b="1">
                <a:solidFill>
                  <a:srgbClr val="70C9BC"/>
                </a:solidFill>
                <a:latin typeface="Arial"/>
                <a:ea typeface="Arial"/>
                <a:cs typeface="Arial"/>
              </a:defRPr>
            </a:lvl2pPr>
            <a:lvl3pPr algn="ctr">
              <a:defRPr sz="3150" b="1">
                <a:solidFill>
                  <a:srgbClr val="70C9BC"/>
                </a:solidFill>
                <a:latin typeface="Arial"/>
                <a:ea typeface="Arial"/>
                <a:cs typeface="Arial"/>
              </a:defRPr>
            </a:lvl3pPr>
            <a:lvl4pPr algn="ctr">
              <a:defRPr sz="3150" b="1">
                <a:solidFill>
                  <a:srgbClr val="70C9BC"/>
                </a:solidFill>
                <a:latin typeface="Arial"/>
                <a:ea typeface="Arial"/>
                <a:cs typeface="Arial"/>
              </a:defRPr>
            </a:lvl4pPr>
            <a:lvl5pPr algn="ctr">
              <a:defRPr sz="3150" b="1">
                <a:solidFill>
                  <a:srgbClr val="70C9BC"/>
                </a:solidFill>
                <a:latin typeface="Arial"/>
                <a:ea typeface="Arial"/>
                <a:cs typeface="Arial"/>
              </a:defRPr>
            </a:lvl5pPr>
            <a:lvl6pPr algn="ctr">
              <a:defRPr sz="3150" b="1">
                <a:solidFill>
                  <a:srgbClr val="70C9BC"/>
                </a:solidFill>
                <a:latin typeface="Arial"/>
                <a:ea typeface="Arial"/>
                <a:cs typeface="Arial"/>
              </a:defRPr>
            </a:lvl6pPr>
            <a:lvl7pPr algn="ctr">
              <a:defRPr sz="3150" b="1">
                <a:solidFill>
                  <a:srgbClr val="70C9BC"/>
                </a:solidFill>
                <a:latin typeface="Arial"/>
                <a:ea typeface="Arial"/>
                <a:cs typeface="Arial"/>
              </a:defRPr>
            </a:lvl7pPr>
            <a:lvl8pPr algn="ctr">
              <a:defRPr sz="3150" b="1">
                <a:solidFill>
                  <a:srgbClr val="70C9BC"/>
                </a:solidFill>
                <a:latin typeface="Arial"/>
                <a:ea typeface="Arial"/>
                <a:cs typeface="Arial"/>
              </a:defRPr>
            </a:lvl8pPr>
            <a:lvl9pPr algn="ctr">
              <a:defRPr sz="3150" b="1">
                <a:solidFill>
                  <a:srgbClr val="70C9BC"/>
                </a:solidFill>
                <a:latin typeface="Arial"/>
                <a:ea typeface="Arial"/>
                <a:cs typeface="Arial"/>
              </a:defRPr>
            </a:lvl9pPr>
          </a:lstStyle>
          <a:p xmlns:a="http://schemas.openxmlformats.org/drawingml/2006/main">
            <a:pPr algn="ctr">
              <a:defRPr sz="3150" b="1">
                <a:solidFill>
                  <a:srgbClr val="70C9BC"/>
                </a:solidFill>
                <a:latin typeface="Arial"/>
                <a:ea typeface="Arial"/>
                <a:cs typeface="Arial"/>
              </a:defRPr>
            </a:pPr>
            <a:r>
              <a:rPr sz="3150" b="1">
                <a:solidFill>
                  <a:srgbClr val="70C9BC"/>
                </a:solidFill>
                <a:latin typeface="Arial"/>
                <a:ea typeface="Arial"/>
                <a:cs typeface="Arial"/>
              </a:rPr>
              <a:t>2</a:t>
            </a:r>
          </a:p>
        </p:txBody>
      </p:sp>
      <p:sp>
        <p:nvSpPr>
          <p:cNvPr id="12" name="backup-title-1">
            <a:extLst xmlns:a="http://schemas.openxmlformats.org/drawingml/2006/main">
              <a:ext uri="{FF2B5EF4-FFF2-40B4-BE49-F238E27FC236}">
                <a16:creationId xmlns:a16="http://schemas.microsoft.com/office/drawing/2014/main" id="{D305E26B-A4C8-4F3C-9BD9-D18BDD7515B6}"/>
              </a:ext>
            </a:extLst>
          </p:cNvPr>
          <p:cNvSpPr>
            <a:spLocks xmlns:a="http://schemas.openxmlformats.org/drawingml/2006/main" noGrp="1"/>
          </p:cNvSpPr>
          <p:nvPr/>
        </p:nvSpPr>
        <p:spPr>
          <a:xfrm xmlns:a="http://schemas.openxmlformats.org/drawingml/2006/main">
            <a:off x="3057525" y="2981325"/>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Protect</a:t>
            </a:r>
          </a:p>
        </p:txBody>
      </p:sp>
      <p:sp>
        <p:nvSpPr>
          <p:cNvPr id="13" name="backup-sub-1">
            <a:extLst xmlns:a="http://schemas.openxmlformats.org/drawingml/2006/main">
              <a:ext uri="{FF2B5EF4-FFF2-40B4-BE49-F238E27FC236}">
                <a16:creationId xmlns:a16="http://schemas.microsoft.com/office/drawing/2014/main" id="{D1EDA779-ECC8-4026-91BA-32BD0ECEFEDF}"/>
              </a:ext>
            </a:extLst>
          </p:cNvPr>
          <p:cNvSpPr>
            <a:spLocks xmlns:a="http://schemas.openxmlformats.org/drawingml/2006/main" noGrp="1"/>
          </p:cNvSpPr>
          <p:nvPr/>
        </p:nvSpPr>
        <p:spPr>
          <a:xfrm xmlns:a="http://schemas.openxmlformats.org/drawingml/2006/main">
            <a:off x="2905125" y="3457575"/>
            <a:ext cx="18859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A8B7BC"/>
                </a:solidFill>
                <a:latin typeface="Arial"/>
                <a:ea typeface="Arial"/>
                <a:cs typeface="Arial"/>
              </a:defRPr>
            </a:defPPr>
            <a:lvl1pPr algn="ctr">
              <a:defRPr sz="1575" b="0">
                <a:solidFill>
                  <a:srgbClr val="A8B7BC"/>
                </a:solidFill>
                <a:latin typeface="Arial"/>
                <a:ea typeface="Arial"/>
                <a:cs typeface="Arial"/>
              </a:defRPr>
            </a:lvl1pPr>
            <a:lvl2pPr algn="ctr">
              <a:defRPr sz="1575" b="0">
                <a:solidFill>
                  <a:srgbClr val="A8B7BC"/>
                </a:solidFill>
                <a:latin typeface="Arial"/>
                <a:ea typeface="Arial"/>
                <a:cs typeface="Arial"/>
              </a:defRPr>
            </a:lvl2pPr>
            <a:lvl3pPr algn="ctr">
              <a:defRPr sz="1575" b="0">
                <a:solidFill>
                  <a:srgbClr val="A8B7BC"/>
                </a:solidFill>
                <a:latin typeface="Arial"/>
                <a:ea typeface="Arial"/>
                <a:cs typeface="Arial"/>
              </a:defRPr>
            </a:lvl3pPr>
            <a:lvl4pPr algn="ctr">
              <a:defRPr sz="1575" b="0">
                <a:solidFill>
                  <a:srgbClr val="A8B7BC"/>
                </a:solidFill>
                <a:latin typeface="Arial"/>
                <a:ea typeface="Arial"/>
                <a:cs typeface="Arial"/>
              </a:defRPr>
            </a:lvl4pPr>
            <a:lvl5pPr algn="ctr">
              <a:defRPr sz="1575" b="0">
                <a:solidFill>
                  <a:srgbClr val="A8B7BC"/>
                </a:solidFill>
                <a:latin typeface="Arial"/>
                <a:ea typeface="Arial"/>
                <a:cs typeface="Arial"/>
              </a:defRPr>
            </a:lvl5pPr>
            <a:lvl6pPr algn="ctr">
              <a:defRPr sz="1575" b="0">
                <a:solidFill>
                  <a:srgbClr val="A8B7BC"/>
                </a:solidFill>
                <a:latin typeface="Arial"/>
                <a:ea typeface="Arial"/>
                <a:cs typeface="Arial"/>
              </a:defRPr>
            </a:lvl6pPr>
            <a:lvl7pPr algn="ctr">
              <a:defRPr sz="1575" b="0">
                <a:solidFill>
                  <a:srgbClr val="A8B7BC"/>
                </a:solidFill>
                <a:latin typeface="Arial"/>
                <a:ea typeface="Arial"/>
                <a:cs typeface="Arial"/>
              </a:defRPr>
            </a:lvl7pPr>
            <a:lvl8pPr algn="ctr">
              <a:defRPr sz="1575" b="0">
                <a:solidFill>
                  <a:srgbClr val="A8B7BC"/>
                </a:solidFill>
                <a:latin typeface="Arial"/>
                <a:ea typeface="Arial"/>
                <a:cs typeface="Arial"/>
              </a:defRPr>
            </a:lvl8pPr>
            <a:lvl9pPr algn="ctr">
              <a:defRPr sz="1575" b="0">
                <a:solidFill>
                  <a:srgbClr val="A8B7BC"/>
                </a:solidFill>
                <a:latin typeface="Arial"/>
                <a:ea typeface="Arial"/>
                <a:cs typeface="Arial"/>
              </a:defRPr>
            </a:lvl9pPr>
          </a:lstStyle>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GPG AES-256 + SHA-256</a:t>
            </a:r>
          </a:p>
        </p:txBody>
      </p:sp>
      <p:sp>
        <p:nvSpPr>
          <p:cNvPr id="14" name="backup-line-1">
            <a:extLst xmlns:a="http://schemas.openxmlformats.org/drawingml/2006/main">
              <a:ext uri="{FF2B5EF4-FFF2-40B4-BE49-F238E27FC236}">
                <a16:creationId xmlns:a16="http://schemas.microsoft.com/office/drawing/2014/main" id="{3B4429E2-33E2-4F0C-9C80-C3D6D6BBE9F5}"/>
              </a:ext>
            </a:extLst>
          </p:cNvPr>
          <p:cNvSpPr>
            <a:spLocks xmlns:a="http://schemas.openxmlformats.org/drawingml/2006/main" noGrp="1"/>
          </p:cNvSpPr>
          <p:nvPr/>
        </p:nvSpPr>
        <p:spPr>
          <a:xfrm xmlns:a="http://schemas.openxmlformats.org/drawingml/2006/main">
            <a:off x="4410075" y="2409825"/>
            <a:ext cx="1743075" cy="0"/>
          </a:xfrm>
          <a:prstGeom xmlns:a="http://schemas.openxmlformats.org/drawingml/2006/main" prst="line">
            <a:avLst/>
          </a:prstGeom>
          <a:noFill xmlns:a="http://schemas.openxmlformats.org/drawingml/2006/main"/>
          <a:ln xmlns:a="http://schemas.openxmlformats.org/drawingml/2006/main" w="19050">
            <a:solidFill>
              <a:srgbClr val="35505B"/>
            </a:solidFill>
            <a:prstDash val="solid"/>
          </a:ln>
        </p:spPr>
      </p:sp>
      <p:sp>
        <p:nvSpPr>
          <p:cNvPr id="15" name="backup-number-2">
            <a:extLst xmlns:a="http://schemas.openxmlformats.org/drawingml/2006/main">
              <a:ext uri="{FF2B5EF4-FFF2-40B4-BE49-F238E27FC236}">
                <a16:creationId xmlns:a16="http://schemas.microsoft.com/office/drawing/2014/main" id="{E9722401-034B-4207-9572-F0B45F6FACF1}"/>
              </a:ext>
            </a:extLst>
          </p:cNvPr>
          <p:cNvSpPr>
            <a:spLocks xmlns:a="http://schemas.openxmlformats.org/drawingml/2006/main" noGrp="1"/>
          </p:cNvSpPr>
          <p:nvPr/>
        </p:nvSpPr>
        <p:spPr>
          <a:xfrm xmlns:a="http://schemas.openxmlformats.org/drawingml/2006/main">
            <a:off x="6324600" y="213360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3150" b="1">
                <a:solidFill>
                  <a:srgbClr val="70C9BC"/>
                </a:solidFill>
                <a:latin typeface="Arial"/>
                <a:ea typeface="Arial"/>
                <a:cs typeface="Arial"/>
              </a:defRPr>
            </a:defPPr>
            <a:lvl1pPr algn="ctr">
              <a:defRPr sz="3150" b="1">
                <a:solidFill>
                  <a:srgbClr val="70C9BC"/>
                </a:solidFill>
                <a:latin typeface="Arial"/>
                <a:ea typeface="Arial"/>
                <a:cs typeface="Arial"/>
              </a:defRPr>
            </a:lvl1pPr>
            <a:lvl2pPr algn="ctr">
              <a:defRPr sz="3150" b="1">
                <a:solidFill>
                  <a:srgbClr val="70C9BC"/>
                </a:solidFill>
                <a:latin typeface="Arial"/>
                <a:ea typeface="Arial"/>
                <a:cs typeface="Arial"/>
              </a:defRPr>
            </a:lvl2pPr>
            <a:lvl3pPr algn="ctr">
              <a:defRPr sz="3150" b="1">
                <a:solidFill>
                  <a:srgbClr val="70C9BC"/>
                </a:solidFill>
                <a:latin typeface="Arial"/>
                <a:ea typeface="Arial"/>
                <a:cs typeface="Arial"/>
              </a:defRPr>
            </a:lvl3pPr>
            <a:lvl4pPr algn="ctr">
              <a:defRPr sz="3150" b="1">
                <a:solidFill>
                  <a:srgbClr val="70C9BC"/>
                </a:solidFill>
                <a:latin typeface="Arial"/>
                <a:ea typeface="Arial"/>
                <a:cs typeface="Arial"/>
              </a:defRPr>
            </a:lvl4pPr>
            <a:lvl5pPr algn="ctr">
              <a:defRPr sz="3150" b="1">
                <a:solidFill>
                  <a:srgbClr val="70C9BC"/>
                </a:solidFill>
                <a:latin typeface="Arial"/>
                <a:ea typeface="Arial"/>
                <a:cs typeface="Arial"/>
              </a:defRPr>
            </a:lvl5pPr>
            <a:lvl6pPr algn="ctr">
              <a:defRPr sz="3150" b="1">
                <a:solidFill>
                  <a:srgbClr val="70C9BC"/>
                </a:solidFill>
                <a:latin typeface="Arial"/>
                <a:ea typeface="Arial"/>
                <a:cs typeface="Arial"/>
              </a:defRPr>
            </a:lvl6pPr>
            <a:lvl7pPr algn="ctr">
              <a:defRPr sz="3150" b="1">
                <a:solidFill>
                  <a:srgbClr val="70C9BC"/>
                </a:solidFill>
                <a:latin typeface="Arial"/>
                <a:ea typeface="Arial"/>
                <a:cs typeface="Arial"/>
              </a:defRPr>
            </a:lvl7pPr>
            <a:lvl8pPr algn="ctr">
              <a:defRPr sz="3150" b="1">
                <a:solidFill>
                  <a:srgbClr val="70C9BC"/>
                </a:solidFill>
                <a:latin typeface="Arial"/>
                <a:ea typeface="Arial"/>
                <a:cs typeface="Arial"/>
              </a:defRPr>
            </a:lvl8pPr>
            <a:lvl9pPr algn="ctr">
              <a:defRPr sz="3150" b="1">
                <a:solidFill>
                  <a:srgbClr val="70C9BC"/>
                </a:solidFill>
                <a:latin typeface="Arial"/>
                <a:ea typeface="Arial"/>
                <a:cs typeface="Arial"/>
              </a:defRPr>
            </a:lvl9pPr>
          </a:lstStyle>
          <a:p xmlns:a="http://schemas.openxmlformats.org/drawingml/2006/main">
            <a:pPr algn="ctr">
              <a:defRPr sz="3150" b="1">
                <a:solidFill>
                  <a:srgbClr val="70C9BC"/>
                </a:solidFill>
                <a:latin typeface="Arial"/>
                <a:ea typeface="Arial"/>
                <a:cs typeface="Arial"/>
              </a:defRPr>
            </a:pPr>
            <a:r>
              <a:rPr sz="3150" b="1">
                <a:solidFill>
                  <a:srgbClr val="70C9BC"/>
                </a:solidFill>
                <a:latin typeface="Arial"/>
                <a:ea typeface="Arial"/>
                <a:cs typeface="Arial"/>
              </a:rPr>
              <a:t>3</a:t>
            </a:r>
          </a:p>
        </p:txBody>
      </p:sp>
      <p:sp>
        <p:nvSpPr>
          <p:cNvPr id="16" name="backup-title-2">
            <a:extLst xmlns:a="http://schemas.openxmlformats.org/drawingml/2006/main">
              <a:ext uri="{FF2B5EF4-FFF2-40B4-BE49-F238E27FC236}">
                <a16:creationId xmlns:a16="http://schemas.microsoft.com/office/drawing/2014/main" id="{9DE0DB45-1FDB-4C1B-BB71-7E37DF86FCDB}"/>
              </a:ext>
            </a:extLst>
          </p:cNvPr>
          <p:cNvSpPr>
            <a:spLocks xmlns:a="http://schemas.openxmlformats.org/drawingml/2006/main" noGrp="1"/>
          </p:cNvSpPr>
          <p:nvPr/>
        </p:nvSpPr>
        <p:spPr>
          <a:xfrm xmlns:a="http://schemas.openxmlformats.org/drawingml/2006/main">
            <a:off x="5810250" y="2981325"/>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Restore</a:t>
            </a:r>
          </a:p>
        </p:txBody>
      </p:sp>
      <p:sp>
        <p:nvSpPr>
          <p:cNvPr id="17" name="backup-sub-2">
            <a:extLst xmlns:a="http://schemas.openxmlformats.org/drawingml/2006/main">
              <a:ext uri="{FF2B5EF4-FFF2-40B4-BE49-F238E27FC236}">
                <a16:creationId xmlns:a16="http://schemas.microsoft.com/office/drawing/2014/main" id="{772418B8-458B-48EA-AD0C-66CC7D21D3B5}"/>
              </a:ext>
            </a:extLst>
          </p:cNvPr>
          <p:cNvSpPr>
            <a:spLocks xmlns:a="http://schemas.openxmlformats.org/drawingml/2006/main" noGrp="1"/>
          </p:cNvSpPr>
          <p:nvPr/>
        </p:nvSpPr>
        <p:spPr>
          <a:xfrm xmlns:a="http://schemas.openxmlformats.org/drawingml/2006/main">
            <a:off x="5657850" y="3457575"/>
            <a:ext cx="18859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A8B7BC"/>
                </a:solidFill>
                <a:latin typeface="Arial"/>
                <a:ea typeface="Arial"/>
                <a:cs typeface="Arial"/>
              </a:defRPr>
            </a:defPPr>
            <a:lvl1pPr algn="ctr">
              <a:defRPr sz="1575" b="0">
                <a:solidFill>
                  <a:srgbClr val="A8B7BC"/>
                </a:solidFill>
                <a:latin typeface="Arial"/>
                <a:ea typeface="Arial"/>
                <a:cs typeface="Arial"/>
              </a:defRPr>
            </a:lvl1pPr>
            <a:lvl2pPr algn="ctr">
              <a:defRPr sz="1575" b="0">
                <a:solidFill>
                  <a:srgbClr val="A8B7BC"/>
                </a:solidFill>
                <a:latin typeface="Arial"/>
                <a:ea typeface="Arial"/>
                <a:cs typeface="Arial"/>
              </a:defRPr>
            </a:lvl2pPr>
            <a:lvl3pPr algn="ctr">
              <a:defRPr sz="1575" b="0">
                <a:solidFill>
                  <a:srgbClr val="A8B7BC"/>
                </a:solidFill>
                <a:latin typeface="Arial"/>
                <a:ea typeface="Arial"/>
                <a:cs typeface="Arial"/>
              </a:defRPr>
            </a:lvl3pPr>
            <a:lvl4pPr algn="ctr">
              <a:defRPr sz="1575" b="0">
                <a:solidFill>
                  <a:srgbClr val="A8B7BC"/>
                </a:solidFill>
                <a:latin typeface="Arial"/>
                <a:ea typeface="Arial"/>
                <a:cs typeface="Arial"/>
              </a:defRPr>
            </a:lvl4pPr>
            <a:lvl5pPr algn="ctr">
              <a:defRPr sz="1575" b="0">
                <a:solidFill>
                  <a:srgbClr val="A8B7BC"/>
                </a:solidFill>
                <a:latin typeface="Arial"/>
                <a:ea typeface="Arial"/>
                <a:cs typeface="Arial"/>
              </a:defRPr>
            </a:lvl5pPr>
            <a:lvl6pPr algn="ctr">
              <a:defRPr sz="1575" b="0">
                <a:solidFill>
                  <a:srgbClr val="A8B7BC"/>
                </a:solidFill>
                <a:latin typeface="Arial"/>
                <a:ea typeface="Arial"/>
                <a:cs typeface="Arial"/>
              </a:defRPr>
            </a:lvl6pPr>
            <a:lvl7pPr algn="ctr">
              <a:defRPr sz="1575" b="0">
                <a:solidFill>
                  <a:srgbClr val="A8B7BC"/>
                </a:solidFill>
                <a:latin typeface="Arial"/>
                <a:ea typeface="Arial"/>
                <a:cs typeface="Arial"/>
              </a:defRPr>
            </a:lvl7pPr>
            <a:lvl8pPr algn="ctr">
              <a:defRPr sz="1575" b="0">
                <a:solidFill>
                  <a:srgbClr val="A8B7BC"/>
                </a:solidFill>
                <a:latin typeface="Arial"/>
                <a:ea typeface="Arial"/>
                <a:cs typeface="Arial"/>
              </a:defRPr>
            </a:lvl8pPr>
            <a:lvl9pPr algn="ctr">
              <a:defRPr sz="1575" b="0">
                <a:solidFill>
                  <a:srgbClr val="A8B7BC"/>
                </a:solidFill>
                <a:latin typeface="Arial"/>
                <a:ea typeface="Arial"/>
                <a:cs typeface="Arial"/>
              </a:defRPr>
            </a:lvl9pPr>
          </a:lstStyle>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New isolated DB only</a:t>
            </a:r>
          </a:p>
        </p:txBody>
      </p:sp>
      <p:sp>
        <p:nvSpPr>
          <p:cNvPr id="18" name="backup-line-2">
            <a:extLst xmlns:a="http://schemas.openxmlformats.org/drawingml/2006/main">
              <a:ext uri="{FF2B5EF4-FFF2-40B4-BE49-F238E27FC236}">
                <a16:creationId xmlns:a16="http://schemas.microsoft.com/office/drawing/2014/main" id="{FAE83C16-4BA1-4C0E-BC68-36852A749DD9}"/>
              </a:ext>
            </a:extLst>
          </p:cNvPr>
          <p:cNvSpPr>
            <a:spLocks xmlns:a="http://schemas.openxmlformats.org/drawingml/2006/main" noGrp="1"/>
          </p:cNvSpPr>
          <p:nvPr/>
        </p:nvSpPr>
        <p:spPr>
          <a:xfrm xmlns:a="http://schemas.openxmlformats.org/drawingml/2006/main">
            <a:off x="7162800" y="2409825"/>
            <a:ext cx="1743075" cy="0"/>
          </a:xfrm>
          <a:prstGeom xmlns:a="http://schemas.openxmlformats.org/drawingml/2006/main" prst="line">
            <a:avLst/>
          </a:prstGeom>
          <a:noFill xmlns:a="http://schemas.openxmlformats.org/drawingml/2006/main"/>
          <a:ln xmlns:a="http://schemas.openxmlformats.org/drawingml/2006/main" w="19050">
            <a:solidFill>
              <a:srgbClr val="35505B"/>
            </a:solidFill>
            <a:prstDash val="solid"/>
          </a:ln>
        </p:spPr>
      </p:sp>
      <p:sp>
        <p:nvSpPr>
          <p:cNvPr id="19" name="backup-number-3">
            <a:extLst xmlns:a="http://schemas.openxmlformats.org/drawingml/2006/main">
              <a:ext uri="{FF2B5EF4-FFF2-40B4-BE49-F238E27FC236}">
                <a16:creationId xmlns:a16="http://schemas.microsoft.com/office/drawing/2014/main" id="{8FB22A12-78C6-4E0B-B04B-A08516CA0388}"/>
              </a:ext>
            </a:extLst>
          </p:cNvPr>
          <p:cNvSpPr>
            <a:spLocks xmlns:a="http://schemas.openxmlformats.org/drawingml/2006/main" noGrp="1"/>
          </p:cNvSpPr>
          <p:nvPr/>
        </p:nvSpPr>
        <p:spPr>
          <a:xfrm xmlns:a="http://schemas.openxmlformats.org/drawingml/2006/main">
            <a:off x="9077325" y="213360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3150" b="1">
                <a:solidFill>
                  <a:srgbClr val="F0BD76"/>
                </a:solidFill>
                <a:latin typeface="Arial"/>
                <a:ea typeface="Arial"/>
                <a:cs typeface="Arial"/>
              </a:defRPr>
            </a:defPPr>
            <a:lvl1pPr algn="ctr">
              <a:defRPr sz="3150" b="1">
                <a:solidFill>
                  <a:srgbClr val="F0BD76"/>
                </a:solidFill>
                <a:latin typeface="Arial"/>
                <a:ea typeface="Arial"/>
                <a:cs typeface="Arial"/>
              </a:defRPr>
            </a:lvl1pPr>
            <a:lvl2pPr algn="ctr">
              <a:defRPr sz="3150" b="1">
                <a:solidFill>
                  <a:srgbClr val="F0BD76"/>
                </a:solidFill>
                <a:latin typeface="Arial"/>
                <a:ea typeface="Arial"/>
                <a:cs typeface="Arial"/>
              </a:defRPr>
            </a:lvl2pPr>
            <a:lvl3pPr algn="ctr">
              <a:defRPr sz="3150" b="1">
                <a:solidFill>
                  <a:srgbClr val="F0BD76"/>
                </a:solidFill>
                <a:latin typeface="Arial"/>
                <a:ea typeface="Arial"/>
                <a:cs typeface="Arial"/>
              </a:defRPr>
            </a:lvl3pPr>
            <a:lvl4pPr algn="ctr">
              <a:defRPr sz="3150" b="1">
                <a:solidFill>
                  <a:srgbClr val="F0BD76"/>
                </a:solidFill>
                <a:latin typeface="Arial"/>
                <a:ea typeface="Arial"/>
                <a:cs typeface="Arial"/>
              </a:defRPr>
            </a:lvl4pPr>
            <a:lvl5pPr algn="ctr">
              <a:defRPr sz="3150" b="1">
                <a:solidFill>
                  <a:srgbClr val="F0BD76"/>
                </a:solidFill>
                <a:latin typeface="Arial"/>
                <a:ea typeface="Arial"/>
                <a:cs typeface="Arial"/>
              </a:defRPr>
            </a:lvl5pPr>
            <a:lvl6pPr algn="ctr">
              <a:defRPr sz="3150" b="1">
                <a:solidFill>
                  <a:srgbClr val="F0BD76"/>
                </a:solidFill>
                <a:latin typeface="Arial"/>
                <a:ea typeface="Arial"/>
                <a:cs typeface="Arial"/>
              </a:defRPr>
            </a:lvl6pPr>
            <a:lvl7pPr algn="ctr">
              <a:defRPr sz="3150" b="1">
                <a:solidFill>
                  <a:srgbClr val="F0BD76"/>
                </a:solidFill>
                <a:latin typeface="Arial"/>
                <a:ea typeface="Arial"/>
                <a:cs typeface="Arial"/>
              </a:defRPr>
            </a:lvl7pPr>
            <a:lvl8pPr algn="ctr">
              <a:defRPr sz="3150" b="1">
                <a:solidFill>
                  <a:srgbClr val="F0BD76"/>
                </a:solidFill>
                <a:latin typeface="Arial"/>
                <a:ea typeface="Arial"/>
                <a:cs typeface="Arial"/>
              </a:defRPr>
            </a:lvl8pPr>
            <a:lvl9pPr algn="ctr">
              <a:defRPr sz="3150" b="1">
                <a:solidFill>
                  <a:srgbClr val="F0BD76"/>
                </a:solidFill>
                <a:latin typeface="Arial"/>
                <a:ea typeface="Arial"/>
                <a:cs typeface="Arial"/>
              </a:defRPr>
            </a:lvl9pPr>
          </a:lstStyle>
          <a:p xmlns:a="http://schemas.openxmlformats.org/drawingml/2006/main">
            <a:pPr algn="ctr">
              <a:defRPr sz="3150" b="1">
                <a:solidFill>
                  <a:srgbClr val="F0BD76"/>
                </a:solidFill>
                <a:latin typeface="Arial"/>
                <a:ea typeface="Arial"/>
                <a:cs typeface="Arial"/>
              </a:defRPr>
            </a:pPr>
            <a:r>
              <a:rPr sz="3150" b="1">
                <a:solidFill>
                  <a:srgbClr val="F0BD76"/>
                </a:solidFill>
                <a:latin typeface="Arial"/>
                <a:ea typeface="Arial"/>
                <a:cs typeface="Arial"/>
              </a:rPr>
              <a:t>4</a:t>
            </a:r>
          </a:p>
        </p:txBody>
      </p:sp>
      <p:sp>
        <p:nvSpPr>
          <p:cNvPr id="20" name="backup-title-3">
            <a:extLst xmlns:a="http://schemas.openxmlformats.org/drawingml/2006/main">
              <a:ext uri="{FF2B5EF4-FFF2-40B4-BE49-F238E27FC236}">
                <a16:creationId xmlns:a16="http://schemas.microsoft.com/office/drawing/2014/main" id="{0AE1F37B-D454-4594-8DE8-E5650E0A5CFA}"/>
              </a:ext>
            </a:extLst>
          </p:cNvPr>
          <p:cNvSpPr>
            <a:spLocks xmlns:a="http://schemas.openxmlformats.org/drawingml/2006/main" noGrp="1"/>
          </p:cNvSpPr>
          <p:nvPr/>
        </p:nvSpPr>
        <p:spPr>
          <a:xfrm xmlns:a="http://schemas.openxmlformats.org/drawingml/2006/main">
            <a:off x="8562975" y="2981325"/>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2F0E8"/>
                </a:solidFill>
                <a:latin typeface="Arial"/>
                <a:ea typeface="Arial"/>
                <a:cs typeface="Arial"/>
              </a:defRPr>
            </a:defPPr>
            <a:lvl1pPr algn="ctr">
              <a:defRPr sz="1875" b="1">
                <a:solidFill>
                  <a:srgbClr val="F2F0E8"/>
                </a:solidFill>
                <a:latin typeface="Arial"/>
                <a:ea typeface="Arial"/>
                <a:cs typeface="Arial"/>
              </a:defRPr>
            </a:lvl1pPr>
            <a:lvl2pPr algn="ctr">
              <a:defRPr sz="1875" b="1">
                <a:solidFill>
                  <a:srgbClr val="F2F0E8"/>
                </a:solidFill>
                <a:latin typeface="Arial"/>
                <a:ea typeface="Arial"/>
                <a:cs typeface="Arial"/>
              </a:defRPr>
            </a:lvl2pPr>
            <a:lvl3pPr algn="ctr">
              <a:defRPr sz="1875" b="1">
                <a:solidFill>
                  <a:srgbClr val="F2F0E8"/>
                </a:solidFill>
                <a:latin typeface="Arial"/>
                <a:ea typeface="Arial"/>
                <a:cs typeface="Arial"/>
              </a:defRPr>
            </a:lvl3pPr>
            <a:lvl4pPr algn="ctr">
              <a:defRPr sz="1875" b="1">
                <a:solidFill>
                  <a:srgbClr val="F2F0E8"/>
                </a:solidFill>
                <a:latin typeface="Arial"/>
                <a:ea typeface="Arial"/>
                <a:cs typeface="Arial"/>
              </a:defRPr>
            </a:lvl4pPr>
            <a:lvl5pPr algn="ctr">
              <a:defRPr sz="1875" b="1">
                <a:solidFill>
                  <a:srgbClr val="F2F0E8"/>
                </a:solidFill>
                <a:latin typeface="Arial"/>
                <a:ea typeface="Arial"/>
                <a:cs typeface="Arial"/>
              </a:defRPr>
            </a:lvl5pPr>
            <a:lvl6pPr algn="ctr">
              <a:defRPr sz="1875" b="1">
                <a:solidFill>
                  <a:srgbClr val="F2F0E8"/>
                </a:solidFill>
                <a:latin typeface="Arial"/>
                <a:ea typeface="Arial"/>
                <a:cs typeface="Arial"/>
              </a:defRPr>
            </a:lvl6pPr>
            <a:lvl7pPr algn="ctr">
              <a:defRPr sz="1875" b="1">
                <a:solidFill>
                  <a:srgbClr val="F2F0E8"/>
                </a:solidFill>
                <a:latin typeface="Arial"/>
                <a:ea typeface="Arial"/>
                <a:cs typeface="Arial"/>
              </a:defRPr>
            </a:lvl7pPr>
            <a:lvl8pPr algn="ctr">
              <a:defRPr sz="1875" b="1">
                <a:solidFill>
                  <a:srgbClr val="F2F0E8"/>
                </a:solidFill>
                <a:latin typeface="Arial"/>
                <a:ea typeface="Arial"/>
                <a:cs typeface="Arial"/>
              </a:defRPr>
            </a:lvl8pPr>
            <a:lvl9pPr algn="ctr">
              <a:defRPr sz="1875" b="1">
                <a:solidFill>
                  <a:srgbClr val="F2F0E8"/>
                </a:solidFill>
                <a:latin typeface="Arial"/>
                <a:ea typeface="Arial"/>
                <a:cs typeface="Arial"/>
              </a:defRPr>
            </a:lvl9pPr>
          </a:lstStyle>
          <a:p xmlns:a="http://schemas.openxmlformats.org/drawingml/2006/main">
            <a:pPr algn="ctr">
              <a:defRPr sz="1875" b="1">
                <a:solidFill>
                  <a:srgbClr val="F2F0E8"/>
                </a:solidFill>
                <a:latin typeface="Arial"/>
                <a:ea typeface="Arial"/>
                <a:cs typeface="Arial"/>
              </a:defRPr>
            </a:pPr>
            <a:r>
              <a:rPr sz="1875" b="1">
                <a:solidFill>
                  <a:srgbClr val="F2F0E8"/>
                </a:solidFill>
                <a:latin typeface="Arial"/>
                <a:ea typeface="Arial"/>
                <a:cs typeface="Arial"/>
              </a:rPr>
              <a:t>Verify</a:t>
            </a:r>
          </a:p>
        </p:txBody>
      </p:sp>
      <p:sp>
        <p:nvSpPr>
          <p:cNvPr id="21" name="backup-sub-3">
            <a:extLst xmlns:a="http://schemas.openxmlformats.org/drawingml/2006/main">
              <a:ext uri="{FF2B5EF4-FFF2-40B4-BE49-F238E27FC236}">
                <a16:creationId xmlns:a16="http://schemas.microsoft.com/office/drawing/2014/main" id="{CE4C9F65-2347-4FE1-BE21-8B6BEBEFE1EF}"/>
              </a:ext>
            </a:extLst>
          </p:cNvPr>
          <p:cNvSpPr>
            <a:spLocks xmlns:a="http://schemas.openxmlformats.org/drawingml/2006/main" noGrp="1"/>
          </p:cNvSpPr>
          <p:nvPr/>
        </p:nvSpPr>
        <p:spPr>
          <a:xfrm xmlns:a="http://schemas.openxmlformats.org/drawingml/2006/main">
            <a:off x="8410575" y="3457575"/>
            <a:ext cx="18859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A8B7BC"/>
                </a:solidFill>
                <a:latin typeface="Arial"/>
                <a:ea typeface="Arial"/>
                <a:cs typeface="Arial"/>
              </a:defRPr>
            </a:defPPr>
            <a:lvl1pPr algn="ctr">
              <a:defRPr sz="1575" b="0">
                <a:solidFill>
                  <a:srgbClr val="A8B7BC"/>
                </a:solidFill>
                <a:latin typeface="Arial"/>
                <a:ea typeface="Arial"/>
                <a:cs typeface="Arial"/>
              </a:defRPr>
            </a:lvl1pPr>
            <a:lvl2pPr algn="ctr">
              <a:defRPr sz="1575" b="0">
                <a:solidFill>
                  <a:srgbClr val="A8B7BC"/>
                </a:solidFill>
                <a:latin typeface="Arial"/>
                <a:ea typeface="Arial"/>
                <a:cs typeface="Arial"/>
              </a:defRPr>
            </a:lvl2pPr>
            <a:lvl3pPr algn="ctr">
              <a:defRPr sz="1575" b="0">
                <a:solidFill>
                  <a:srgbClr val="A8B7BC"/>
                </a:solidFill>
                <a:latin typeface="Arial"/>
                <a:ea typeface="Arial"/>
                <a:cs typeface="Arial"/>
              </a:defRPr>
            </a:lvl3pPr>
            <a:lvl4pPr algn="ctr">
              <a:defRPr sz="1575" b="0">
                <a:solidFill>
                  <a:srgbClr val="A8B7BC"/>
                </a:solidFill>
                <a:latin typeface="Arial"/>
                <a:ea typeface="Arial"/>
                <a:cs typeface="Arial"/>
              </a:defRPr>
            </a:lvl4pPr>
            <a:lvl5pPr algn="ctr">
              <a:defRPr sz="1575" b="0">
                <a:solidFill>
                  <a:srgbClr val="A8B7BC"/>
                </a:solidFill>
                <a:latin typeface="Arial"/>
                <a:ea typeface="Arial"/>
                <a:cs typeface="Arial"/>
              </a:defRPr>
            </a:lvl5pPr>
            <a:lvl6pPr algn="ctr">
              <a:defRPr sz="1575" b="0">
                <a:solidFill>
                  <a:srgbClr val="A8B7BC"/>
                </a:solidFill>
                <a:latin typeface="Arial"/>
                <a:ea typeface="Arial"/>
                <a:cs typeface="Arial"/>
              </a:defRPr>
            </a:lvl6pPr>
            <a:lvl7pPr algn="ctr">
              <a:defRPr sz="1575" b="0">
                <a:solidFill>
                  <a:srgbClr val="A8B7BC"/>
                </a:solidFill>
                <a:latin typeface="Arial"/>
                <a:ea typeface="Arial"/>
                <a:cs typeface="Arial"/>
              </a:defRPr>
            </a:lvl7pPr>
            <a:lvl8pPr algn="ctr">
              <a:defRPr sz="1575" b="0">
                <a:solidFill>
                  <a:srgbClr val="A8B7BC"/>
                </a:solidFill>
                <a:latin typeface="Arial"/>
                <a:ea typeface="Arial"/>
                <a:cs typeface="Arial"/>
              </a:defRPr>
            </a:lvl8pPr>
            <a:lvl9pPr algn="ctr">
              <a:defRPr sz="1575" b="0">
                <a:solidFill>
                  <a:srgbClr val="A8B7BC"/>
                </a:solidFill>
                <a:latin typeface="Arial"/>
                <a:ea typeface="Arial"/>
                <a:cs typeface="Arial"/>
              </a:defRPr>
            </a:lvl9pPr>
          </a:lstStyle>
          <a:p xmlns:a="http://schemas.openxmlformats.org/drawingml/2006/main">
            <a:pPr algn="ctr">
              <a:defRPr sz="1575" b="0">
                <a:solidFill>
                  <a:srgbClr val="A8B7BC"/>
                </a:solidFill>
                <a:latin typeface="Arial"/>
                <a:ea typeface="Arial"/>
                <a:cs typeface="Arial"/>
              </a:defRPr>
            </a:pPr>
            <a:r>
              <a:rPr sz="1575" b="0">
                <a:solidFill>
                  <a:srgbClr val="A8B7BC"/>
                </a:solidFill>
                <a:latin typeface="Arial"/>
                <a:ea typeface="Arial"/>
                <a:cs typeface="Arial"/>
              </a:rPr>
              <a:t>Migrations + row counts</a:t>
            </a:r>
          </a:p>
        </p:txBody>
      </p:sp>
      <p:sp>
        <p:nvSpPr>
          <p:cNvPr id="22" name="backup-limit">
            <a:extLst xmlns:a="http://schemas.openxmlformats.org/drawingml/2006/main">
              <a:ext uri="{FF2B5EF4-FFF2-40B4-BE49-F238E27FC236}">
                <a16:creationId xmlns:a16="http://schemas.microsoft.com/office/drawing/2014/main" id="{A259C275-3DEC-46C8-A844-F2638149E810}"/>
              </a:ext>
            </a:extLst>
          </p:cNvPr>
          <p:cNvSpPr>
            <a:spLocks xmlns:a="http://schemas.openxmlformats.org/drawingml/2006/main" noGrp="1"/>
          </p:cNvSpPr>
          <p:nvPr/>
        </p:nvSpPr>
        <p:spPr>
          <a:xfrm xmlns:a="http://schemas.openxmlformats.org/drawingml/2006/main">
            <a:off x="790575" y="489585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0BD76"/>
                </a:solidFill>
                <a:latin typeface="Arial"/>
                <a:ea typeface="Arial"/>
                <a:cs typeface="Arial"/>
              </a:defRPr>
            </a:defPPr>
            <a:lvl1pPr algn="l">
              <a:defRPr sz="1725" b="1">
                <a:solidFill>
                  <a:srgbClr val="F0BD76"/>
                </a:solidFill>
                <a:latin typeface="Arial"/>
                <a:ea typeface="Arial"/>
                <a:cs typeface="Arial"/>
              </a:defRPr>
            </a:lvl1pPr>
            <a:lvl2pPr algn="l">
              <a:defRPr sz="1725" b="1">
                <a:solidFill>
                  <a:srgbClr val="F0BD76"/>
                </a:solidFill>
                <a:latin typeface="Arial"/>
                <a:ea typeface="Arial"/>
                <a:cs typeface="Arial"/>
              </a:defRPr>
            </a:lvl2pPr>
            <a:lvl3pPr algn="l">
              <a:defRPr sz="1725" b="1">
                <a:solidFill>
                  <a:srgbClr val="F0BD76"/>
                </a:solidFill>
                <a:latin typeface="Arial"/>
                <a:ea typeface="Arial"/>
                <a:cs typeface="Arial"/>
              </a:defRPr>
            </a:lvl3pPr>
            <a:lvl4pPr algn="l">
              <a:defRPr sz="1725" b="1">
                <a:solidFill>
                  <a:srgbClr val="F0BD76"/>
                </a:solidFill>
                <a:latin typeface="Arial"/>
                <a:ea typeface="Arial"/>
                <a:cs typeface="Arial"/>
              </a:defRPr>
            </a:lvl4pPr>
            <a:lvl5pPr algn="l">
              <a:defRPr sz="1725" b="1">
                <a:solidFill>
                  <a:srgbClr val="F0BD76"/>
                </a:solidFill>
                <a:latin typeface="Arial"/>
                <a:ea typeface="Arial"/>
                <a:cs typeface="Arial"/>
              </a:defRPr>
            </a:lvl5pPr>
            <a:lvl6pPr algn="l">
              <a:defRPr sz="1725" b="1">
                <a:solidFill>
                  <a:srgbClr val="F0BD76"/>
                </a:solidFill>
                <a:latin typeface="Arial"/>
                <a:ea typeface="Arial"/>
                <a:cs typeface="Arial"/>
              </a:defRPr>
            </a:lvl6pPr>
            <a:lvl7pPr algn="l">
              <a:defRPr sz="1725" b="1">
                <a:solidFill>
                  <a:srgbClr val="F0BD76"/>
                </a:solidFill>
                <a:latin typeface="Arial"/>
                <a:ea typeface="Arial"/>
                <a:cs typeface="Arial"/>
              </a:defRPr>
            </a:lvl7pPr>
            <a:lvl8pPr algn="l">
              <a:defRPr sz="1725" b="1">
                <a:solidFill>
                  <a:srgbClr val="F0BD76"/>
                </a:solidFill>
                <a:latin typeface="Arial"/>
                <a:ea typeface="Arial"/>
                <a:cs typeface="Arial"/>
              </a:defRPr>
            </a:lvl8pPr>
            <a:lvl9pPr algn="l">
              <a:defRPr sz="1725" b="1">
                <a:solidFill>
                  <a:srgbClr val="F0BD76"/>
                </a:solidFill>
                <a:latin typeface="Arial"/>
                <a:ea typeface="Arial"/>
                <a:cs typeface="Arial"/>
              </a:defRPr>
            </a:lvl9pPr>
          </a:lstStyle>
          <a:p xmlns:a="http://schemas.openxmlformats.org/drawingml/2006/main">
            <a:pPr algn="l">
              <a:defRPr sz="1725" b="1">
                <a:solidFill>
                  <a:srgbClr val="F0BD76"/>
                </a:solidFill>
                <a:latin typeface="Arial"/>
                <a:ea typeface="Arial"/>
                <a:cs typeface="Arial"/>
              </a:defRPr>
            </a:pPr>
            <a:r>
              <a:rPr sz="1725" b="1">
                <a:solidFill>
                  <a:srgbClr val="F0BD76"/>
                </a:solidFill>
                <a:latin typeface="Arial"/>
                <a:ea typeface="Arial"/>
                <a:cs typeface="Arial"/>
              </a:rPr>
              <a:t>An off-host encrypted copy and a successful live restore drill are required for disaster recovery.</a:t>
            </a:r>
          </a:p>
        </p:txBody>
      </p:sp>
    </p:spTree>
    <p:extLst>
      <p:ext uri="{BB962C8B-B14F-4D97-AF65-F5344CB8AC3E}">
        <p14:creationId xmlns:p14="http://schemas.microsoft.com/office/powerpoint/2010/main" val="1825364727"/>
      </p:ext>
    </p:extLst>
  </p:cSld>
</p:sld>
</file>

<file path=ppt/slides/slide11.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13" name="section-11">
            <a:extLst xmlns:a="http://schemas.openxmlformats.org/drawingml/2006/main">
              <a:ext uri="{FF2B5EF4-FFF2-40B4-BE49-F238E27FC236}">
                <a16:creationId xmlns:a16="http://schemas.microsoft.com/office/drawing/2014/main" id="{E0AF5AF7-A181-4AB0-86B4-DA228FB4D272}"/>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RELEASE STATUS</a:t>
            </a:r>
          </a:p>
        </p:txBody>
      </p:sp>
      <p:sp>
        <p:nvSpPr>
          <p:cNvPr id="2" name="title-11">
            <a:extLst xmlns:a="http://schemas.openxmlformats.org/drawingml/2006/main">
              <a:ext uri="{FF2B5EF4-FFF2-40B4-BE49-F238E27FC236}">
                <a16:creationId xmlns:a16="http://schemas.microsoft.com/office/drawing/2014/main" id="{97E44862-E07C-464C-A588-77A406630A27}"/>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Local checks pass; staging remains open</a:t>
            </a:r>
          </a:p>
        </p:txBody>
      </p:sp>
      <p:sp>
        <p:nvSpPr>
          <p:cNvPr id="3" name="title-rule-11">
            <a:extLst xmlns:a="http://schemas.openxmlformats.org/drawingml/2006/main">
              <a:ext uri="{FF2B5EF4-FFF2-40B4-BE49-F238E27FC236}">
                <a16:creationId xmlns:a16="http://schemas.microsoft.com/office/drawing/2014/main" id="{5D8DB5F1-5673-48B5-A003-F49CB5FED484}"/>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11">
            <a:extLst xmlns:a="http://schemas.openxmlformats.org/drawingml/2006/main">
              <a:ext uri="{FF2B5EF4-FFF2-40B4-BE49-F238E27FC236}">
                <a16:creationId xmlns:a16="http://schemas.microsoft.com/office/drawing/2014/main" id="{BD0D67EA-8BDD-45C6-AA2C-13B19DFCF029}"/>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11">
            <a:extLst xmlns:a="http://schemas.openxmlformats.org/drawingml/2006/main">
              <a:ext uri="{FF2B5EF4-FFF2-40B4-BE49-F238E27FC236}">
                <a16:creationId xmlns:a16="http://schemas.microsoft.com/office/drawing/2014/main" id="{660BFE73-5045-4B85-8B07-BAF79BD022FB}"/>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11">
            <a:extLst xmlns:a="http://schemas.openxmlformats.org/drawingml/2006/main">
              <a:ext uri="{FF2B5EF4-FFF2-40B4-BE49-F238E27FC236}">
                <a16:creationId xmlns:a16="http://schemas.microsoft.com/office/drawing/2014/main" id="{B82D2748-2BEB-4E53-8394-FECC89BFFCE5}"/>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11</a:t>
            </a:r>
          </a:p>
        </p:txBody>
      </p:sp>
      <p:sp>
        <p:nvSpPr>
          <p:cNvPr id="7" name="status-local">
            <a:extLst xmlns:a="http://schemas.openxmlformats.org/drawingml/2006/main">
              <a:ext uri="{FF2B5EF4-FFF2-40B4-BE49-F238E27FC236}">
                <a16:creationId xmlns:a16="http://schemas.microsoft.com/office/drawing/2014/main" id="{70387C4F-A062-4A63-AE64-F814958426B4}"/>
              </a:ext>
            </a:extLst>
          </p:cNvPr>
          <p:cNvSpPr>
            <a:spLocks xmlns:a="http://schemas.openxmlformats.org/drawingml/2006/main" noGrp="1"/>
          </p:cNvSpPr>
          <p:nvPr/>
        </p:nvSpPr>
        <p:spPr>
          <a:xfrm xmlns:a="http://schemas.openxmlformats.org/drawingml/2006/main">
            <a:off x="781050" y="1876425"/>
            <a:ext cx="3762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70C9BC"/>
                </a:solidFill>
                <a:latin typeface="Arial"/>
                <a:ea typeface="Arial"/>
                <a:cs typeface="Arial"/>
              </a:defRPr>
            </a:defPPr>
            <a:lvl1pPr algn="l">
              <a:defRPr sz="2325" b="1">
                <a:solidFill>
                  <a:srgbClr val="70C9BC"/>
                </a:solidFill>
                <a:latin typeface="Arial"/>
                <a:ea typeface="Arial"/>
                <a:cs typeface="Arial"/>
              </a:defRPr>
            </a:lvl1pPr>
            <a:lvl2pPr algn="l">
              <a:defRPr sz="2325" b="1">
                <a:solidFill>
                  <a:srgbClr val="70C9BC"/>
                </a:solidFill>
                <a:latin typeface="Arial"/>
                <a:ea typeface="Arial"/>
                <a:cs typeface="Arial"/>
              </a:defRPr>
            </a:lvl2pPr>
            <a:lvl3pPr algn="l">
              <a:defRPr sz="2325" b="1">
                <a:solidFill>
                  <a:srgbClr val="70C9BC"/>
                </a:solidFill>
                <a:latin typeface="Arial"/>
                <a:ea typeface="Arial"/>
                <a:cs typeface="Arial"/>
              </a:defRPr>
            </a:lvl3pPr>
            <a:lvl4pPr algn="l">
              <a:defRPr sz="2325" b="1">
                <a:solidFill>
                  <a:srgbClr val="70C9BC"/>
                </a:solidFill>
                <a:latin typeface="Arial"/>
                <a:ea typeface="Arial"/>
                <a:cs typeface="Arial"/>
              </a:defRPr>
            </a:lvl4pPr>
            <a:lvl5pPr algn="l">
              <a:defRPr sz="2325" b="1">
                <a:solidFill>
                  <a:srgbClr val="70C9BC"/>
                </a:solidFill>
                <a:latin typeface="Arial"/>
                <a:ea typeface="Arial"/>
                <a:cs typeface="Arial"/>
              </a:defRPr>
            </a:lvl5pPr>
            <a:lvl6pPr algn="l">
              <a:defRPr sz="2325" b="1">
                <a:solidFill>
                  <a:srgbClr val="70C9BC"/>
                </a:solidFill>
                <a:latin typeface="Arial"/>
                <a:ea typeface="Arial"/>
                <a:cs typeface="Arial"/>
              </a:defRPr>
            </a:lvl6pPr>
            <a:lvl7pPr algn="l">
              <a:defRPr sz="2325" b="1">
                <a:solidFill>
                  <a:srgbClr val="70C9BC"/>
                </a:solidFill>
                <a:latin typeface="Arial"/>
                <a:ea typeface="Arial"/>
                <a:cs typeface="Arial"/>
              </a:defRPr>
            </a:lvl7pPr>
            <a:lvl8pPr algn="l">
              <a:defRPr sz="2325" b="1">
                <a:solidFill>
                  <a:srgbClr val="70C9BC"/>
                </a:solidFill>
                <a:latin typeface="Arial"/>
                <a:ea typeface="Arial"/>
                <a:cs typeface="Arial"/>
              </a:defRPr>
            </a:lvl8pPr>
            <a:lvl9pPr algn="l">
              <a:defRPr sz="2325" b="1">
                <a:solidFill>
                  <a:srgbClr val="70C9BC"/>
                </a:solidFill>
                <a:latin typeface="Arial"/>
                <a:ea typeface="Arial"/>
                <a:cs typeface="Arial"/>
              </a:defRPr>
            </a:lvl9pPr>
          </a:lstStyle>
          <a:p xmlns:a="http://schemas.openxmlformats.org/drawingml/2006/main">
            <a:pPr algn="l">
              <a:defRPr sz="2325" b="1">
                <a:solidFill>
                  <a:srgbClr val="70C9BC"/>
                </a:solidFill>
                <a:latin typeface="Arial"/>
                <a:ea typeface="Arial"/>
                <a:cs typeface="Arial"/>
              </a:defRPr>
            </a:pPr>
            <a:r>
              <a:rPr sz="2325" b="1">
                <a:solidFill>
                  <a:srgbClr val="70C9BC"/>
                </a:solidFill>
                <a:latin typeface="Arial"/>
                <a:ea typeface="Arial"/>
                <a:cs typeface="Arial"/>
              </a:rPr>
              <a:t>Verified here</a:t>
            </a:r>
          </a:p>
        </p:txBody>
      </p:sp>
      <p:sp>
        <p:nvSpPr>
          <p:cNvPr id="8" name="status-local-body">
            <a:extLst xmlns:a="http://schemas.openxmlformats.org/drawingml/2006/main">
              <a:ext uri="{FF2B5EF4-FFF2-40B4-BE49-F238E27FC236}">
                <a16:creationId xmlns:a16="http://schemas.microsoft.com/office/drawing/2014/main" id="{08524843-65DD-455F-8928-73FCAE7A4888}"/>
              </a:ext>
            </a:extLst>
          </p:cNvPr>
          <p:cNvSpPr>
            <a:spLocks xmlns:a="http://schemas.openxmlformats.org/drawingml/2006/main" noGrp="1"/>
          </p:cNvSpPr>
          <p:nvPr/>
        </p:nvSpPr>
        <p:spPr>
          <a:xfrm xmlns:a="http://schemas.openxmlformats.org/drawingml/2006/main">
            <a:off x="781050" y="2438400"/>
            <a:ext cx="4048125"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Backend suite</a:t>
            </a:r>
          </a:p>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Ruff, Mypy and format checks</a:t>
            </a:r>
          </a:p>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Frontend production build</a:t>
            </a:r>
          </a:p>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Compose overlay syntax</a:t>
            </a:r>
          </a:p>
        </p:txBody>
      </p:sp>
      <p:sp>
        <p:nvSpPr>
          <p:cNvPr id="9" name="status-divider">
            <a:extLst xmlns:a="http://schemas.openxmlformats.org/drawingml/2006/main">
              <a:ext uri="{FF2B5EF4-FFF2-40B4-BE49-F238E27FC236}">
                <a16:creationId xmlns:a16="http://schemas.microsoft.com/office/drawing/2014/main" id="{D850CDCD-C3A0-4BEE-B465-6B609C8CDD9D}"/>
              </a:ext>
            </a:extLst>
          </p:cNvPr>
          <p:cNvSpPr>
            <a:spLocks xmlns:a="http://schemas.openxmlformats.org/drawingml/2006/main" noGrp="1"/>
          </p:cNvSpPr>
          <p:nvPr/>
        </p:nvSpPr>
        <p:spPr>
          <a:xfrm xmlns:a="http://schemas.openxmlformats.org/drawingml/2006/main">
            <a:off x="5581650" y="1943100"/>
            <a:ext cx="0" cy="276225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10" name="status-open">
            <a:extLst xmlns:a="http://schemas.openxmlformats.org/drawingml/2006/main">
              <a:ext uri="{FF2B5EF4-FFF2-40B4-BE49-F238E27FC236}">
                <a16:creationId xmlns:a16="http://schemas.microsoft.com/office/drawing/2014/main" id="{24D81F30-2149-4D0B-855E-F222A25867E2}"/>
              </a:ext>
            </a:extLst>
          </p:cNvPr>
          <p:cNvSpPr>
            <a:spLocks xmlns:a="http://schemas.openxmlformats.org/drawingml/2006/main" noGrp="1"/>
          </p:cNvSpPr>
          <p:nvPr/>
        </p:nvSpPr>
        <p:spPr>
          <a:xfrm xmlns:a="http://schemas.openxmlformats.org/drawingml/2006/main">
            <a:off x="5962650" y="1876425"/>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F0BD76"/>
                </a:solidFill>
                <a:latin typeface="Arial"/>
                <a:ea typeface="Arial"/>
                <a:cs typeface="Arial"/>
              </a:defRPr>
            </a:defPPr>
            <a:lvl1pPr algn="l">
              <a:defRPr sz="2325" b="1">
                <a:solidFill>
                  <a:srgbClr val="F0BD76"/>
                </a:solidFill>
                <a:latin typeface="Arial"/>
                <a:ea typeface="Arial"/>
                <a:cs typeface="Arial"/>
              </a:defRPr>
            </a:lvl1pPr>
            <a:lvl2pPr algn="l">
              <a:defRPr sz="2325" b="1">
                <a:solidFill>
                  <a:srgbClr val="F0BD76"/>
                </a:solidFill>
                <a:latin typeface="Arial"/>
                <a:ea typeface="Arial"/>
                <a:cs typeface="Arial"/>
              </a:defRPr>
            </a:lvl2pPr>
            <a:lvl3pPr algn="l">
              <a:defRPr sz="2325" b="1">
                <a:solidFill>
                  <a:srgbClr val="F0BD76"/>
                </a:solidFill>
                <a:latin typeface="Arial"/>
                <a:ea typeface="Arial"/>
                <a:cs typeface="Arial"/>
              </a:defRPr>
            </a:lvl3pPr>
            <a:lvl4pPr algn="l">
              <a:defRPr sz="2325" b="1">
                <a:solidFill>
                  <a:srgbClr val="F0BD76"/>
                </a:solidFill>
                <a:latin typeface="Arial"/>
                <a:ea typeface="Arial"/>
                <a:cs typeface="Arial"/>
              </a:defRPr>
            </a:lvl4pPr>
            <a:lvl5pPr algn="l">
              <a:defRPr sz="2325" b="1">
                <a:solidFill>
                  <a:srgbClr val="F0BD76"/>
                </a:solidFill>
                <a:latin typeface="Arial"/>
                <a:ea typeface="Arial"/>
                <a:cs typeface="Arial"/>
              </a:defRPr>
            </a:lvl5pPr>
            <a:lvl6pPr algn="l">
              <a:defRPr sz="2325" b="1">
                <a:solidFill>
                  <a:srgbClr val="F0BD76"/>
                </a:solidFill>
                <a:latin typeface="Arial"/>
                <a:ea typeface="Arial"/>
                <a:cs typeface="Arial"/>
              </a:defRPr>
            </a:lvl6pPr>
            <a:lvl7pPr algn="l">
              <a:defRPr sz="2325" b="1">
                <a:solidFill>
                  <a:srgbClr val="F0BD76"/>
                </a:solidFill>
                <a:latin typeface="Arial"/>
                <a:ea typeface="Arial"/>
                <a:cs typeface="Arial"/>
              </a:defRPr>
            </a:lvl7pPr>
            <a:lvl8pPr algn="l">
              <a:defRPr sz="2325" b="1">
                <a:solidFill>
                  <a:srgbClr val="F0BD76"/>
                </a:solidFill>
                <a:latin typeface="Arial"/>
                <a:ea typeface="Arial"/>
                <a:cs typeface="Arial"/>
              </a:defRPr>
            </a:lvl8pPr>
            <a:lvl9pPr algn="l">
              <a:defRPr sz="2325" b="1">
                <a:solidFill>
                  <a:srgbClr val="F0BD76"/>
                </a:solidFill>
                <a:latin typeface="Arial"/>
                <a:ea typeface="Arial"/>
                <a:cs typeface="Arial"/>
              </a:defRPr>
            </a:lvl9pPr>
          </a:lstStyle>
          <a:p xmlns:a="http://schemas.openxmlformats.org/drawingml/2006/main">
            <a:pPr algn="l">
              <a:defRPr sz="2325" b="1">
                <a:solidFill>
                  <a:srgbClr val="F0BD76"/>
                </a:solidFill>
                <a:latin typeface="Arial"/>
                <a:ea typeface="Arial"/>
                <a:cs typeface="Arial"/>
              </a:defRPr>
            </a:pPr>
            <a:r>
              <a:rPr sz="2325" b="1">
                <a:solidFill>
                  <a:srgbClr val="F0BD76"/>
                </a:solidFill>
                <a:latin typeface="Arial"/>
                <a:ea typeface="Arial"/>
                <a:cs typeface="Arial"/>
              </a:rPr>
              <a:t>Still needs a staging host</a:t>
            </a:r>
          </a:p>
        </p:txBody>
      </p:sp>
      <p:sp>
        <p:nvSpPr>
          <p:cNvPr id="11" name="status-open-body">
            <a:extLst xmlns:a="http://schemas.openxmlformats.org/drawingml/2006/main">
              <a:ext uri="{FF2B5EF4-FFF2-40B4-BE49-F238E27FC236}">
                <a16:creationId xmlns:a16="http://schemas.microsoft.com/office/drawing/2014/main" id="{24721F4A-0066-4D12-8E5A-23AE72EE5D12}"/>
              </a:ext>
            </a:extLst>
          </p:cNvPr>
          <p:cNvSpPr>
            <a:spLocks xmlns:a="http://schemas.openxmlformats.org/drawingml/2006/main" noGrp="1"/>
          </p:cNvSpPr>
          <p:nvPr/>
        </p:nvSpPr>
        <p:spPr>
          <a:xfrm xmlns:a="http://schemas.openxmlformats.org/drawingml/2006/main">
            <a:off x="5962650" y="2438400"/>
            <a:ext cx="51625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Fresh VPS + DNS + TLS certificate</a:t>
            </a:r>
          </a:p>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Encrypted PostgreSQL backup and restore</a:t>
            </a:r>
          </a:p>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All three core demos on the host</a:t>
            </a:r>
          </a:p>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External security and dependency review</a:t>
            </a:r>
          </a:p>
        </p:txBody>
      </p:sp>
      <p:sp>
        <p:nvSpPr>
          <p:cNvPr id="12" name="status-hold">
            <a:extLst xmlns:a="http://schemas.openxmlformats.org/drawingml/2006/main">
              <a:ext uri="{FF2B5EF4-FFF2-40B4-BE49-F238E27FC236}">
                <a16:creationId xmlns:a16="http://schemas.microsoft.com/office/drawing/2014/main" id="{6242F8C4-DEE3-4767-8C8D-789EBF192BBD}"/>
              </a:ext>
            </a:extLst>
          </p:cNvPr>
          <p:cNvSpPr>
            <a:spLocks xmlns:a="http://schemas.openxmlformats.org/drawingml/2006/main" noGrp="1"/>
          </p:cNvSpPr>
          <p:nvPr/>
        </p:nvSpPr>
        <p:spPr>
          <a:xfrm xmlns:a="http://schemas.openxmlformats.org/drawingml/2006/main">
            <a:off x="781050" y="489585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E58A72"/>
                </a:solidFill>
                <a:latin typeface="Arial"/>
                <a:ea typeface="Arial"/>
                <a:cs typeface="Arial"/>
              </a:defRPr>
            </a:defPPr>
            <a:lvl1pPr algn="l">
              <a:defRPr sz="1950" b="1">
                <a:solidFill>
                  <a:srgbClr val="E58A72"/>
                </a:solidFill>
                <a:latin typeface="Arial"/>
                <a:ea typeface="Arial"/>
                <a:cs typeface="Arial"/>
              </a:defRPr>
            </a:lvl1pPr>
            <a:lvl2pPr algn="l">
              <a:defRPr sz="1950" b="1">
                <a:solidFill>
                  <a:srgbClr val="E58A72"/>
                </a:solidFill>
                <a:latin typeface="Arial"/>
                <a:ea typeface="Arial"/>
                <a:cs typeface="Arial"/>
              </a:defRPr>
            </a:lvl2pPr>
            <a:lvl3pPr algn="l">
              <a:defRPr sz="1950" b="1">
                <a:solidFill>
                  <a:srgbClr val="E58A72"/>
                </a:solidFill>
                <a:latin typeface="Arial"/>
                <a:ea typeface="Arial"/>
                <a:cs typeface="Arial"/>
              </a:defRPr>
            </a:lvl3pPr>
            <a:lvl4pPr algn="l">
              <a:defRPr sz="1950" b="1">
                <a:solidFill>
                  <a:srgbClr val="E58A72"/>
                </a:solidFill>
                <a:latin typeface="Arial"/>
                <a:ea typeface="Arial"/>
                <a:cs typeface="Arial"/>
              </a:defRPr>
            </a:lvl4pPr>
            <a:lvl5pPr algn="l">
              <a:defRPr sz="1950" b="1">
                <a:solidFill>
                  <a:srgbClr val="E58A72"/>
                </a:solidFill>
                <a:latin typeface="Arial"/>
                <a:ea typeface="Arial"/>
                <a:cs typeface="Arial"/>
              </a:defRPr>
            </a:lvl5pPr>
            <a:lvl6pPr algn="l">
              <a:defRPr sz="1950" b="1">
                <a:solidFill>
                  <a:srgbClr val="E58A72"/>
                </a:solidFill>
                <a:latin typeface="Arial"/>
                <a:ea typeface="Arial"/>
                <a:cs typeface="Arial"/>
              </a:defRPr>
            </a:lvl6pPr>
            <a:lvl7pPr algn="l">
              <a:defRPr sz="1950" b="1">
                <a:solidFill>
                  <a:srgbClr val="E58A72"/>
                </a:solidFill>
                <a:latin typeface="Arial"/>
                <a:ea typeface="Arial"/>
                <a:cs typeface="Arial"/>
              </a:defRPr>
            </a:lvl7pPr>
            <a:lvl8pPr algn="l">
              <a:defRPr sz="1950" b="1">
                <a:solidFill>
                  <a:srgbClr val="E58A72"/>
                </a:solidFill>
                <a:latin typeface="Arial"/>
                <a:ea typeface="Arial"/>
                <a:cs typeface="Arial"/>
              </a:defRPr>
            </a:lvl8pPr>
            <a:lvl9pPr algn="l">
              <a:defRPr sz="1950" b="1">
                <a:solidFill>
                  <a:srgbClr val="E58A72"/>
                </a:solidFill>
                <a:latin typeface="Arial"/>
                <a:ea typeface="Arial"/>
                <a:cs typeface="Arial"/>
              </a:defRPr>
            </a:lvl9pPr>
          </a:lstStyle>
          <a:p xmlns:a="http://schemas.openxmlformats.org/drawingml/2006/main">
            <a:pPr algn="l">
              <a:defRPr sz="1950" b="1">
                <a:solidFill>
                  <a:srgbClr val="E58A72"/>
                </a:solidFill>
                <a:latin typeface="Arial"/>
                <a:ea typeface="Arial"/>
                <a:cs typeface="Arial"/>
              </a:defRPr>
            </a:pPr>
            <a:r>
              <a:rPr sz="1950" b="1">
                <a:solidFill>
                  <a:srgbClr val="E58A72"/>
                </a:solidFill>
                <a:latin typeface="Arial"/>
                <a:ea typeface="Arial"/>
                <a:cs typeface="Arial"/>
              </a:rPr>
              <a:t>Checkpoint 16 is prepared, not signed off.</a:t>
            </a:r>
          </a:p>
        </p:txBody>
      </p:sp>
    </p:spTree>
    <p:extLst>
      <p:ext uri="{BB962C8B-B14F-4D97-AF65-F5344CB8AC3E}">
        <p14:creationId xmlns:p14="http://schemas.microsoft.com/office/powerpoint/2010/main" val="1615074651"/>
      </p:ext>
    </p:extLst>
  </p:cSld>
</p:sld>
</file>

<file path=ppt/slides/slide12.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16" name="section-12">
            <a:extLst xmlns:a="http://schemas.openxmlformats.org/drawingml/2006/main">
              <a:ext uri="{FF2B5EF4-FFF2-40B4-BE49-F238E27FC236}">
                <a16:creationId xmlns:a16="http://schemas.microsoft.com/office/drawing/2014/main" id="{68677438-B057-4B66-AFE1-2020DFB3602C}"/>
              </a:ext>
            </a:extLst>
          </p:cNvPr>
          <p:cNvSpPr>
            <a:spLocks xmlns:a="http://schemas.openxmlformats.org/drawingml/2006/main" noGrp="1"/>
          </p:cNvSpPr>
          <p:nvPr/>
        </p:nvSpPr>
        <p:spPr>
          <a:xfrm xmlns:a="http://schemas.openxmlformats.org/drawingml/2006/main">
            <a:off x="666750" y="3619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0C9BC"/>
                </a:solidFill>
                <a:latin typeface="Arial"/>
                <a:ea typeface="Arial"/>
                <a:cs typeface="Arial"/>
              </a:defRPr>
            </a:defPPr>
            <a:lvl1pPr algn="l">
              <a:defRPr sz="1125" b="1">
                <a:solidFill>
                  <a:srgbClr val="70C9BC"/>
                </a:solidFill>
                <a:latin typeface="Arial"/>
                <a:ea typeface="Arial"/>
                <a:cs typeface="Arial"/>
              </a:defRPr>
            </a:lvl1pPr>
            <a:lvl2pPr algn="l">
              <a:defRPr sz="1125" b="1">
                <a:solidFill>
                  <a:srgbClr val="70C9BC"/>
                </a:solidFill>
                <a:latin typeface="Arial"/>
                <a:ea typeface="Arial"/>
                <a:cs typeface="Arial"/>
              </a:defRPr>
            </a:lvl2pPr>
            <a:lvl3pPr algn="l">
              <a:defRPr sz="1125" b="1">
                <a:solidFill>
                  <a:srgbClr val="70C9BC"/>
                </a:solidFill>
                <a:latin typeface="Arial"/>
                <a:ea typeface="Arial"/>
                <a:cs typeface="Arial"/>
              </a:defRPr>
            </a:lvl3pPr>
            <a:lvl4pPr algn="l">
              <a:defRPr sz="1125" b="1">
                <a:solidFill>
                  <a:srgbClr val="70C9BC"/>
                </a:solidFill>
                <a:latin typeface="Arial"/>
                <a:ea typeface="Arial"/>
                <a:cs typeface="Arial"/>
              </a:defRPr>
            </a:lvl4pPr>
            <a:lvl5pPr algn="l">
              <a:defRPr sz="1125" b="1">
                <a:solidFill>
                  <a:srgbClr val="70C9BC"/>
                </a:solidFill>
                <a:latin typeface="Arial"/>
                <a:ea typeface="Arial"/>
                <a:cs typeface="Arial"/>
              </a:defRPr>
            </a:lvl5pPr>
            <a:lvl6pPr algn="l">
              <a:defRPr sz="1125" b="1">
                <a:solidFill>
                  <a:srgbClr val="70C9BC"/>
                </a:solidFill>
                <a:latin typeface="Arial"/>
                <a:ea typeface="Arial"/>
                <a:cs typeface="Arial"/>
              </a:defRPr>
            </a:lvl6pPr>
            <a:lvl7pPr algn="l">
              <a:defRPr sz="1125" b="1">
                <a:solidFill>
                  <a:srgbClr val="70C9BC"/>
                </a:solidFill>
                <a:latin typeface="Arial"/>
                <a:ea typeface="Arial"/>
                <a:cs typeface="Arial"/>
              </a:defRPr>
            </a:lvl7pPr>
            <a:lvl8pPr algn="l">
              <a:defRPr sz="1125" b="1">
                <a:solidFill>
                  <a:srgbClr val="70C9BC"/>
                </a:solidFill>
                <a:latin typeface="Arial"/>
                <a:ea typeface="Arial"/>
                <a:cs typeface="Arial"/>
              </a:defRPr>
            </a:lvl8pPr>
            <a:lvl9pPr algn="l">
              <a:defRPr sz="1125" b="1">
                <a:solidFill>
                  <a:srgbClr val="70C9BC"/>
                </a:solidFill>
                <a:latin typeface="Arial"/>
                <a:ea typeface="Arial"/>
                <a:cs typeface="Arial"/>
              </a:defRPr>
            </a:lvl9pPr>
          </a:lstStyle>
          <a:p xmlns:a="http://schemas.openxmlformats.org/drawingml/2006/main">
            <a:pPr algn="l">
              <a:defRPr sz="1125" b="1">
                <a:solidFill>
                  <a:srgbClr val="70C9BC"/>
                </a:solidFill>
                <a:latin typeface="Arial"/>
                <a:ea typeface="Arial"/>
                <a:cs typeface="Arial"/>
              </a:defRPr>
            </a:pPr>
            <a:r>
              <a:rPr sz="1125" b="1">
                <a:solidFill>
                  <a:srgbClr val="70C9BC"/>
                </a:solidFill>
                <a:latin typeface="Arial"/>
                <a:ea typeface="Arial"/>
                <a:cs typeface="Arial"/>
              </a:rPr>
              <a:t>DISCUSSION</a:t>
            </a:r>
          </a:p>
        </p:txBody>
      </p:sp>
      <p:sp>
        <p:nvSpPr>
          <p:cNvPr id="2" name="title-12">
            <a:extLst xmlns:a="http://schemas.openxmlformats.org/drawingml/2006/main">
              <a:ext uri="{FF2B5EF4-FFF2-40B4-BE49-F238E27FC236}">
                <a16:creationId xmlns:a16="http://schemas.microsoft.com/office/drawing/2014/main" id="{79C5C57E-BA18-4F79-B9EC-F24F9200F4C1}"/>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2F0E8"/>
                </a:solidFill>
                <a:latin typeface="Arial"/>
                <a:ea typeface="Arial"/>
                <a:cs typeface="Arial"/>
              </a:defRPr>
            </a:defPPr>
            <a:lvl1pPr algn="l">
              <a:defRPr sz="3450" b="1">
                <a:solidFill>
                  <a:srgbClr val="F2F0E8"/>
                </a:solidFill>
                <a:latin typeface="Arial"/>
                <a:ea typeface="Arial"/>
                <a:cs typeface="Arial"/>
              </a:defRPr>
            </a:lvl1pPr>
            <a:lvl2pPr algn="l">
              <a:defRPr sz="3450" b="1">
                <a:solidFill>
                  <a:srgbClr val="F2F0E8"/>
                </a:solidFill>
                <a:latin typeface="Arial"/>
                <a:ea typeface="Arial"/>
                <a:cs typeface="Arial"/>
              </a:defRPr>
            </a:lvl2pPr>
            <a:lvl3pPr algn="l">
              <a:defRPr sz="3450" b="1">
                <a:solidFill>
                  <a:srgbClr val="F2F0E8"/>
                </a:solidFill>
                <a:latin typeface="Arial"/>
                <a:ea typeface="Arial"/>
                <a:cs typeface="Arial"/>
              </a:defRPr>
            </a:lvl3pPr>
            <a:lvl4pPr algn="l">
              <a:defRPr sz="3450" b="1">
                <a:solidFill>
                  <a:srgbClr val="F2F0E8"/>
                </a:solidFill>
                <a:latin typeface="Arial"/>
                <a:ea typeface="Arial"/>
                <a:cs typeface="Arial"/>
              </a:defRPr>
            </a:lvl4pPr>
            <a:lvl5pPr algn="l">
              <a:defRPr sz="3450" b="1">
                <a:solidFill>
                  <a:srgbClr val="F2F0E8"/>
                </a:solidFill>
                <a:latin typeface="Arial"/>
                <a:ea typeface="Arial"/>
                <a:cs typeface="Arial"/>
              </a:defRPr>
            </a:lvl5pPr>
            <a:lvl6pPr algn="l">
              <a:defRPr sz="3450" b="1">
                <a:solidFill>
                  <a:srgbClr val="F2F0E8"/>
                </a:solidFill>
                <a:latin typeface="Arial"/>
                <a:ea typeface="Arial"/>
                <a:cs typeface="Arial"/>
              </a:defRPr>
            </a:lvl6pPr>
            <a:lvl7pPr algn="l">
              <a:defRPr sz="3450" b="1">
                <a:solidFill>
                  <a:srgbClr val="F2F0E8"/>
                </a:solidFill>
                <a:latin typeface="Arial"/>
                <a:ea typeface="Arial"/>
                <a:cs typeface="Arial"/>
              </a:defRPr>
            </a:lvl7pPr>
            <a:lvl8pPr algn="l">
              <a:defRPr sz="3450" b="1">
                <a:solidFill>
                  <a:srgbClr val="F2F0E8"/>
                </a:solidFill>
                <a:latin typeface="Arial"/>
                <a:ea typeface="Arial"/>
                <a:cs typeface="Arial"/>
              </a:defRPr>
            </a:lvl8pPr>
            <a:lvl9pPr algn="l">
              <a:defRPr sz="3450" b="1">
                <a:solidFill>
                  <a:srgbClr val="F2F0E8"/>
                </a:solidFill>
                <a:latin typeface="Arial"/>
                <a:ea typeface="Arial"/>
                <a:cs typeface="Arial"/>
              </a:defRPr>
            </a:lvl9pPr>
          </a:lstStyle>
          <a:p xmlns:a="http://schemas.openxmlformats.org/drawingml/2006/main">
            <a:pPr algn="l">
              <a:defRPr sz="3450" b="1">
                <a:solidFill>
                  <a:srgbClr val="F2F0E8"/>
                </a:solidFill>
                <a:latin typeface="Arial"/>
                <a:ea typeface="Arial"/>
                <a:cs typeface="Arial"/>
              </a:defRPr>
            </a:pPr>
            <a:r>
              <a:rPr sz="3450" b="1">
                <a:solidFill>
                  <a:srgbClr val="F2F0E8"/>
                </a:solidFill>
                <a:latin typeface="Arial"/>
                <a:ea typeface="Arial"/>
                <a:cs typeface="Arial"/>
              </a:rPr>
              <a:t>Three questions worth defending</a:t>
            </a:r>
          </a:p>
        </p:txBody>
      </p:sp>
      <p:sp>
        <p:nvSpPr>
          <p:cNvPr id="3" name="title-rule-12">
            <a:extLst xmlns:a="http://schemas.openxmlformats.org/drawingml/2006/main">
              <a:ext uri="{FF2B5EF4-FFF2-40B4-BE49-F238E27FC236}">
                <a16:creationId xmlns:a16="http://schemas.microsoft.com/office/drawing/2014/main" id="{F3D74997-9EDF-4E24-B941-A53ED51AB25C}"/>
              </a:ext>
            </a:extLst>
          </p:cNvPr>
          <p:cNvSpPr>
            <a:spLocks xmlns:a="http://schemas.openxmlformats.org/drawingml/2006/main" noGrp="1"/>
          </p:cNvSpPr>
          <p:nvPr/>
        </p:nvSpPr>
        <p:spPr>
          <a:xfrm xmlns:a="http://schemas.openxmlformats.org/drawingml/2006/main">
            <a:off x="666750" y="1438275"/>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4" name="footer-rule-12">
            <a:extLst xmlns:a="http://schemas.openxmlformats.org/drawingml/2006/main">
              <a:ext uri="{FF2B5EF4-FFF2-40B4-BE49-F238E27FC236}">
                <a16:creationId xmlns:a16="http://schemas.microsoft.com/office/drawing/2014/main" id="{52F83996-BEB2-4EB6-B5CF-4BAC0F0600C3}"/>
              </a:ext>
            </a:extLst>
          </p:cNvPr>
          <p:cNvSpPr>
            <a:spLocks xmlns:a="http://schemas.openxmlformats.org/drawingml/2006/main" noGrp="1"/>
          </p:cNvSpPr>
          <p:nvPr/>
        </p:nvSpPr>
        <p:spPr>
          <a:xfrm xmlns:a="http://schemas.openxmlformats.org/drawingml/2006/main">
            <a:off x="666750" y="6419850"/>
            <a:ext cx="10858500" cy="0"/>
          </a:xfrm>
          <a:prstGeom xmlns:a="http://schemas.openxmlformats.org/drawingml/2006/main" prst="line">
            <a:avLst/>
          </a:prstGeom>
          <a:noFill xmlns:a="http://schemas.openxmlformats.org/drawingml/2006/main"/>
          <a:ln xmlns:a="http://schemas.openxmlformats.org/drawingml/2006/main" w="9525">
            <a:solidFill>
              <a:srgbClr val="35505B"/>
            </a:solidFill>
            <a:prstDash val="solid"/>
          </a:ln>
        </p:spPr>
      </p:sp>
      <p:sp>
        <p:nvSpPr>
          <p:cNvPr id="5" name="footer-12">
            <a:extLst xmlns:a="http://schemas.openxmlformats.org/drawingml/2006/main">
              <a:ext uri="{FF2B5EF4-FFF2-40B4-BE49-F238E27FC236}">
                <a16:creationId xmlns:a16="http://schemas.microsoft.com/office/drawing/2014/main" id="{18FBAB4E-8A5A-4006-89BF-AE822153F494}"/>
              </a:ext>
            </a:extLst>
          </p:cNvPr>
          <p:cNvSpPr>
            <a:spLocks xmlns:a="http://schemas.openxmlformats.org/drawingml/2006/main" noGrp="1"/>
          </p:cNvSpPr>
          <p:nvPr/>
        </p:nvSpPr>
        <p:spPr>
          <a:xfrm xmlns:a="http://schemas.openxmlformats.org/drawingml/2006/main">
            <a:off x="666750" y="64865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7BC"/>
                </a:solidFill>
                <a:latin typeface="Arial"/>
                <a:ea typeface="Arial"/>
                <a:cs typeface="Arial"/>
              </a:defRPr>
            </a:defPPr>
            <a:lvl1pPr algn="l">
              <a:defRPr sz="975" b="0">
                <a:solidFill>
                  <a:srgbClr val="A8B7BC"/>
                </a:solidFill>
                <a:latin typeface="Arial"/>
                <a:ea typeface="Arial"/>
                <a:cs typeface="Arial"/>
              </a:defRPr>
            </a:lvl1pPr>
            <a:lvl2pPr algn="l">
              <a:defRPr sz="975" b="0">
                <a:solidFill>
                  <a:srgbClr val="A8B7BC"/>
                </a:solidFill>
                <a:latin typeface="Arial"/>
                <a:ea typeface="Arial"/>
                <a:cs typeface="Arial"/>
              </a:defRPr>
            </a:lvl2pPr>
            <a:lvl3pPr algn="l">
              <a:defRPr sz="975" b="0">
                <a:solidFill>
                  <a:srgbClr val="A8B7BC"/>
                </a:solidFill>
                <a:latin typeface="Arial"/>
                <a:ea typeface="Arial"/>
                <a:cs typeface="Arial"/>
              </a:defRPr>
            </a:lvl3pPr>
            <a:lvl4pPr algn="l">
              <a:defRPr sz="975" b="0">
                <a:solidFill>
                  <a:srgbClr val="A8B7BC"/>
                </a:solidFill>
                <a:latin typeface="Arial"/>
                <a:ea typeface="Arial"/>
                <a:cs typeface="Arial"/>
              </a:defRPr>
            </a:lvl4pPr>
            <a:lvl5pPr algn="l">
              <a:defRPr sz="975" b="0">
                <a:solidFill>
                  <a:srgbClr val="A8B7BC"/>
                </a:solidFill>
                <a:latin typeface="Arial"/>
                <a:ea typeface="Arial"/>
                <a:cs typeface="Arial"/>
              </a:defRPr>
            </a:lvl5pPr>
            <a:lvl6pPr algn="l">
              <a:defRPr sz="975" b="0">
                <a:solidFill>
                  <a:srgbClr val="A8B7BC"/>
                </a:solidFill>
                <a:latin typeface="Arial"/>
                <a:ea typeface="Arial"/>
                <a:cs typeface="Arial"/>
              </a:defRPr>
            </a:lvl6pPr>
            <a:lvl7pPr algn="l">
              <a:defRPr sz="975" b="0">
                <a:solidFill>
                  <a:srgbClr val="A8B7BC"/>
                </a:solidFill>
                <a:latin typeface="Arial"/>
                <a:ea typeface="Arial"/>
                <a:cs typeface="Arial"/>
              </a:defRPr>
            </a:lvl7pPr>
            <a:lvl8pPr algn="l">
              <a:defRPr sz="975" b="0">
                <a:solidFill>
                  <a:srgbClr val="A8B7BC"/>
                </a:solidFill>
                <a:latin typeface="Arial"/>
                <a:ea typeface="Arial"/>
                <a:cs typeface="Arial"/>
              </a:defRPr>
            </a:lvl8pPr>
            <a:lvl9pPr algn="l">
              <a:defRPr sz="975" b="0">
                <a:solidFill>
                  <a:srgbClr val="A8B7BC"/>
                </a:solidFill>
                <a:latin typeface="Arial"/>
                <a:ea typeface="Arial"/>
                <a:cs typeface="Arial"/>
              </a:defRPr>
            </a:lvl9pPr>
          </a:lstStyle>
          <a:p xmlns:a="http://schemas.openxmlformats.org/drawingml/2006/main">
            <a:pPr algn="l">
              <a:defRPr sz="975" b="0">
                <a:solidFill>
                  <a:srgbClr val="A8B7BC"/>
                </a:solidFill>
                <a:latin typeface="Arial"/>
                <a:ea typeface="Arial"/>
                <a:cs typeface="Arial"/>
              </a:defRPr>
            </a:pPr>
            <a:r>
              <a:rPr sz="975" b="0">
                <a:solidFill>
                  <a:srgbClr val="A8B7BC"/>
                </a:solidFill>
                <a:latin typeface="Arial"/>
                <a:ea typeface="Arial"/>
                <a:cs typeface="Arial"/>
              </a:rPr>
              <a:t>ORQESTRA AI  |  FINAL PROJECT VIVA</a:t>
            </a:r>
          </a:p>
        </p:txBody>
      </p:sp>
      <p:sp>
        <p:nvSpPr>
          <p:cNvPr id="6" name="page-12">
            <a:extLst xmlns:a="http://schemas.openxmlformats.org/drawingml/2006/main">
              <a:ext uri="{FF2B5EF4-FFF2-40B4-BE49-F238E27FC236}">
                <a16:creationId xmlns:a16="http://schemas.microsoft.com/office/drawing/2014/main" id="{A6460DD3-D946-4E1E-9AF5-2333E4486A76}"/>
              </a:ext>
            </a:extLst>
          </p:cNvPr>
          <p:cNvSpPr>
            <a:spLocks xmlns:a="http://schemas.openxmlformats.org/drawingml/2006/main" noGrp="1"/>
          </p:cNvSpPr>
          <p:nvPr/>
        </p:nvSpPr>
        <p:spPr>
          <a:xfrm xmlns:a="http://schemas.openxmlformats.org/drawingml/2006/main">
            <a:off x="11096625" y="64865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8B7BC"/>
                </a:solidFill>
                <a:latin typeface="Arial"/>
                <a:ea typeface="Arial"/>
                <a:cs typeface="Arial"/>
              </a:defRPr>
            </a:defPPr>
            <a:lvl1pPr algn="r">
              <a:defRPr sz="975" b="1">
                <a:solidFill>
                  <a:srgbClr val="A8B7BC"/>
                </a:solidFill>
                <a:latin typeface="Arial"/>
                <a:ea typeface="Arial"/>
                <a:cs typeface="Arial"/>
              </a:defRPr>
            </a:lvl1pPr>
            <a:lvl2pPr algn="r">
              <a:defRPr sz="975" b="1">
                <a:solidFill>
                  <a:srgbClr val="A8B7BC"/>
                </a:solidFill>
                <a:latin typeface="Arial"/>
                <a:ea typeface="Arial"/>
                <a:cs typeface="Arial"/>
              </a:defRPr>
            </a:lvl2pPr>
            <a:lvl3pPr algn="r">
              <a:defRPr sz="975" b="1">
                <a:solidFill>
                  <a:srgbClr val="A8B7BC"/>
                </a:solidFill>
                <a:latin typeface="Arial"/>
                <a:ea typeface="Arial"/>
                <a:cs typeface="Arial"/>
              </a:defRPr>
            </a:lvl3pPr>
            <a:lvl4pPr algn="r">
              <a:defRPr sz="975" b="1">
                <a:solidFill>
                  <a:srgbClr val="A8B7BC"/>
                </a:solidFill>
                <a:latin typeface="Arial"/>
                <a:ea typeface="Arial"/>
                <a:cs typeface="Arial"/>
              </a:defRPr>
            </a:lvl4pPr>
            <a:lvl5pPr algn="r">
              <a:defRPr sz="975" b="1">
                <a:solidFill>
                  <a:srgbClr val="A8B7BC"/>
                </a:solidFill>
                <a:latin typeface="Arial"/>
                <a:ea typeface="Arial"/>
                <a:cs typeface="Arial"/>
              </a:defRPr>
            </a:lvl5pPr>
            <a:lvl6pPr algn="r">
              <a:defRPr sz="975" b="1">
                <a:solidFill>
                  <a:srgbClr val="A8B7BC"/>
                </a:solidFill>
                <a:latin typeface="Arial"/>
                <a:ea typeface="Arial"/>
                <a:cs typeface="Arial"/>
              </a:defRPr>
            </a:lvl6pPr>
            <a:lvl7pPr algn="r">
              <a:defRPr sz="975" b="1">
                <a:solidFill>
                  <a:srgbClr val="A8B7BC"/>
                </a:solidFill>
                <a:latin typeface="Arial"/>
                <a:ea typeface="Arial"/>
                <a:cs typeface="Arial"/>
              </a:defRPr>
            </a:lvl7pPr>
            <a:lvl8pPr algn="r">
              <a:defRPr sz="975" b="1">
                <a:solidFill>
                  <a:srgbClr val="A8B7BC"/>
                </a:solidFill>
                <a:latin typeface="Arial"/>
                <a:ea typeface="Arial"/>
                <a:cs typeface="Arial"/>
              </a:defRPr>
            </a:lvl8pPr>
            <a:lvl9pPr algn="r">
              <a:defRPr sz="975" b="1">
                <a:solidFill>
                  <a:srgbClr val="A8B7BC"/>
                </a:solidFill>
                <a:latin typeface="Arial"/>
                <a:ea typeface="Arial"/>
                <a:cs typeface="Arial"/>
              </a:defRPr>
            </a:lvl9pPr>
          </a:lstStyle>
          <a:p xmlns:a="http://schemas.openxmlformats.org/drawingml/2006/main">
            <a:pPr algn="r">
              <a:defRPr sz="975" b="1">
                <a:solidFill>
                  <a:srgbClr val="A8B7BC"/>
                </a:solidFill>
                <a:latin typeface="Arial"/>
                <a:ea typeface="Arial"/>
                <a:cs typeface="Arial"/>
              </a:defRPr>
            </a:pPr>
            <a:r>
              <a:rPr sz="975" b="1">
                <a:solidFill>
                  <a:srgbClr val="A8B7BC"/>
                </a:solidFill>
                <a:latin typeface="Arial"/>
                <a:ea typeface="Arial"/>
                <a:cs typeface="Arial"/>
              </a:rPr>
              <a:t>12</a:t>
            </a:r>
          </a:p>
        </p:txBody>
      </p:sp>
      <p:sp>
        <p:nvSpPr>
          <p:cNvPr id="7" name="viva-a-marker">
            <a:extLst xmlns:a="http://schemas.openxmlformats.org/drawingml/2006/main">
              <a:ext uri="{FF2B5EF4-FFF2-40B4-BE49-F238E27FC236}">
                <a16:creationId xmlns:a16="http://schemas.microsoft.com/office/drawing/2014/main" id="{82B17688-8EF3-4B85-B8B9-7803B047C5BE}"/>
              </a:ext>
            </a:extLst>
          </p:cNvPr>
          <p:cNvSpPr>
            <a:spLocks xmlns:a="http://schemas.openxmlformats.org/drawingml/2006/main" noGrp="1"/>
          </p:cNvSpPr>
          <p:nvPr/>
        </p:nvSpPr>
        <p:spPr>
          <a:xfrm xmlns:a="http://schemas.openxmlformats.org/drawingml/2006/main">
            <a:off x="685800" y="2000250"/>
            <a:ext cx="47625" cy="228600"/>
          </a:xfrm>
          <a:prstGeom xmlns:a="http://schemas.openxmlformats.org/drawingml/2006/main" prst="rect">
            <a:avLst/>
          </a:prstGeom>
          <a:solidFill xmlns:a="http://schemas.openxmlformats.org/drawingml/2006/main">
            <a:srgbClr val="70C9BC"/>
          </a:solidFill>
          <a:ln xmlns:a="http://schemas.openxmlformats.org/drawingml/2006/main" w="0">
            <a:noFill/>
            <a:prstDash val="solid"/>
          </a:ln>
        </p:spPr>
      </p:sp>
      <p:sp>
        <p:nvSpPr>
          <p:cNvPr id="8" name="viva-a-heading">
            <a:extLst xmlns:a="http://schemas.openxmlformats.org/drawingml/2006/main">
              <a:ext uri="{FF2B5EF4-FFF2-40B4-BE49-F238E27FC236}">
                <a16:creationId xmlns:a16="http://schemas.microsoft.com/office/drawing/2014/main" id="{219FA525-5888-4DDF-B908-FD92943C39B4}"/>
              </a:ext>
            </a:extLst>
          </p:cNvPr>
          <p:cNvSpPr>
            <a:spLocks xmlns:a="http://schemas.openxmlformats.org/drawingml/2006/main" noGrp="1"/>
          </p:cNvSpPr>
          <p:nvPr/>
        </p:nvSpPr>
        <p:spPr>
          <a:xfrm xmlns:a="http://schemas.openxmlformats.org/drawingml/2006/main">
            <a:off x="914400" y="19431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0E8"/>
                </a:solidFill>
                <a:latin typeface="Arial"/>
                <a:ea typeface="Arial"/>
                <a:cs typeface="Arial"/>
              </a:defRPr>
            </a:defPPr>
            <a:lvl1pPr algn="l">
              <a:defRPr sz="1875" b="1">
                <a:solidFill>
                  <a:srgbClr val="F2F0E8"/>
                </a:solidFill>
                <a:latin typeface="Arial"/>
                <a:ea typeface="Arial"/>
                <a:cs typeface="Arial"/>
              </a:defRPr>
            </a:lvl1pPr>
            <a:lvl2pPr algn="l">
              <a:defRPr sz="1875" b="1">
                <a:solidFill>
                  <a:srgbClr val="F2F0E8"/>
                </a:solidFill>
                <a:latin typeface="Arial"/>
                <a:ea typeface="Arial"/>
                <a:cs typeface="Arial"/>
              </a:defRPr>
            </a:lvl2pPr>
            <a:lvl3pPr algn="l">
              <a:defRPr sz="1875" b="1">
                <a:solidFill>
                  <a:srgbClr val="F2F0E8"/>
                </a:solidFill>
                <a:latin typeface="Arial"/>
                <a:ea typeface="Arial"/>
                <a:cs typeface="Arial"/>
              </a:defRPr>
            </a:lvl3pPr>
            <a:lvl4pPr algn="l">
              <a:defRPr sz="1875" b="1">
                <a:solidFill>
                  <a:srgbClr val="F2F0E8"/>
                </a:solidFill>
                <a:latin typeface="Arial"/>
                <a:ea typeface="Arial"/>
                <a:cs typeface="Arial"/>
              </a:defRPr>
            </a:lvl4pPr>
            <a:lvl5pPr algn="l">
              <a:defRPr sz="1875" b="1">
                <a:solidFill>
                  <a:srgbClr val="F2F0E8"/>
                </a:solidFill>
                <a:latin typeface="Arial"/>
                <a:ea typeface="Arial"/>
                <a:cs typeface="Arial"/>
              </a:defRPr>
            </a:lvl5pPr>
            <a:lvl6pPr algn="l">
              <a:defRPr sz="1875" b="1">
                <a:solidFill>
                  <a:srgbClr val="F2F0E8"/>
                </a:solidFill>
                <a:latin typeface="Arial"/>
                <a:ea typeface="Arial"/>
                <a:cs typeface="Arial"/>
              </a:defRPr>
            </a:lvl6pPr>
            <a:lvl7pPr algn="l">
              <a:defRPr sz="1875" b="1">
                <a:solidFill>
                  <a:srgbClr val="F2F0E8"/>
                </a:solidFill>
                <a:latin typeface="Arial"/>
                <a:ea typeface="Arial"/>
                <a:cs typeface="Arial"/>
              </a:defRPr>
            </a:lvl7pPr>
            <a:lvl8pPr algn="l">
              <a:defRPr sz="1875" b="1">
                <a:solidFill>
                  <a:srgbClr val="F2F0E8"/>
                </a:solidFill>
                <a:latin typeface="Arial"/>
                <a:ea typeface="Arial"/>
                <a:cs typeface="Arial"/>
              </a:defRPr>
            </a:lvl8pPr>
            <a:lvl9pPr algn="l">
              <a:defRPr sz="1875" b="1">
                <a:solidFill>
                  <a:srgbClr val="F2F0E8"/>
                </a:solidFill>
                <a:latin typeface="Arial"/>
                <a:ea typeface="Arial"/>
                <a:cs typeface="Arial"/>
              </a:defRPr>
            </a:lvl9pPr>
          </a:lstStyle>
          <a:p xmlns:a="http://schemas.openxmlformats.org/drawingml/2006/main">
            <a:pPr algn="l">
              <a:defRPr sz="1875" b="1">
                <a:solidFill>
                  <a:srgbClr val="F2F0E8"/>
                </a:solidFill>
                <a:latin typeface="Arial"/>
                <a:ea typeface="Arial"/>
                <a:cs typeface="Arial"/>
              </a:defRPr>
            </a:pPr>
            <a:r>
              <a:rPr sz="1875" b="1">
                <a:solidFill>
                  <a:srgbClr val="F2F0E8"/>
                </a:solidFill>
                <a:latin typeface="Arial"/>
                <a:ea typeface="Arial"/>
                <a:cs typeface="Arial"/>
              </a:rPr>
              <a:t>Why at-least-once recovery?</a:t>
            </a:r>
          </a:p>
        </p:txBody>
      </p:sp>
      <p:sp>
        <p:nvSpPr>
          <p:cNvPr id="9" name="viva-a-body">
            <a:extLst xmlns:a="http://schemas.openxmlformats.org/drawingml/2006/main">
              <a:ext uri="{FF2B5EF4-FFF2-40B4-BE49-F238E27FC236}">
                <a16:creationId xmlns:a16="http://schemas.microsoft.com/office/drawing/2014/main" id="{6B9B13E5-96C5-4B5F-91B7-48EA0C63F2F0}"/>
              </a:ext>
            </a:extLst>
          </p:cNvPr>
          <p:cNvSpPr>
            <a:spLocks xmlns:a="http://schemas.openxmlformats.org/drawingml/2006/main" noGrp="1"/>
          </p:cNvSpPr>
          <p:nvPr/>
        </p:nvSpPr>
        <p:spPr>
          <a:xfrm xmlns:a="http://schemas.openxmlformats.org/drawingml/2006/main">
            <a:off x="914400" y="23241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Workers can repeat a pure task after lease expiry; fencing prevents stale attempts from overwriting newer work.</a:t>
            </a:r>
          </a:p>
        </p:txBody>
      </p:sp>
      <p:sp>
        <p:nvSpPr>
          <p:cNvPr id="10" name="viva-b-marker">
            <a:extLst xmlns:a="http://schemas.openxmlformats.org/drawingml/2006/main">
              <a:ext uri="{FF2B5EF4-FFF2-40B4-BE49-F238E27FC236}">
                <a16:creationId xmlns:a16="http://schemas.microsoft.com/office/drawing/2014/main" id="{DB2C05BB-0CD9-4636-9853-8CEB6AE0969B}"/>
              </a:ext>
            </a:extLst>
          </p:cNvPr>
          <p:cNvSpPr>
            <a:spLocks xmlns:a="http://schemas.openxmlformats.org/drawingml/2006/main" noGrp="1"/>
          </p:cNvSpPr>
          <p:nvPr/>
        </p:nvSpPr>
        <p:spPr>
          <a:xfrm xmlns:a="http://schemas.openxmlformats.org/drawingml/2006/main">
            <a:off x="685800" y="3314700"/>
            <a:ext cx="47625" cy="228600"/>
          </a:xfrm>
          <a:prstGeom xmlns:a="http://schemas.openxmlformats.org/drawingml/2006/main" prst="rect">
            <a:avLst/>
          </a:prstGeom>
          <a:solidFill xmlns:a="http://schemas.openxmlformats.org/drawingml/2006/main">
            <a:srgbClr val="F0BD76"/>
          </a:solidFill>
          <a:ln xmlns:a="http://schemas.openxmlformats.org/drawingml/2006/main" w="0">
            <a:noFill/>
            <a:prstDash val="solid"/>
          </a:ln>
        </p:spPr>
      </p:sp>
      <p:sp>
        <p:nvSpPr>
          <p:cNvPr id="11" name="viva-b-heading">
            <a:extLst xmlns:a="http://schemas.openxmlformats.org/drawingml/2006/main">
              <a:ext uri="{FF2B5EF4-FFF2-40B4-BE49-F238E27FC236}">
                <a16:creationId xmlns:a16="http://schemas.microsoft.com/office/drawing/2014/main" id="{DC184BB0-9FCE-47AD-9C37-E9141814D224}"/>
              </a:ext>
            </a:extLst>
          </p:cNvPr>
          <p:cNvSpPr>
            <a:spLocks xmlns:a="http://schemas.openxmlformats.org/drawingml/2006/main" noGrp="1"/>
          </p:cNvSpPr>
          <p:nvPr/>
        </p:nvSpPr>
        <p:spPr>
          <a:xfrm xmlns:a="http://schemas.openxmlformats.org/drawingml/2006/main">
            <a:off x="914400" y="32575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0E8"/>
                </a:solidFill>
                <a:latin typeface="Arial"/>
                <a:ea typeface="Arial"/>
                <a:cs typeface="Arial"/>
              </a:defRPr>
            </a:defPPr>
            <a:lvl1pPr algn="l">
              <a:defRPr sz="1875" b="1">
                <a:solidFill>
                  <a:srgbClr val="F2F0E8"/>
                </a:solidFill>
                <a:latin typeface="Arial"/>
                <a:ea typeface="Arial"/>
                <a:cs typeface="Arial"/>
              </a:defRPr>
            </a:lvl1pPr>
            <a:lvl2pPr algn="l">
              <a:defRPr sz="1875" b="1">
                <a:solidFill>
                  <a:srgbClr val="F2F0E8"/>
                </a:solidFill>
                <a:latin typeface="Arial"/>
                <a:ea typeface="Arial"/>
                <a:cs typeface="Arial"/>
              </a:defRPr>
            </a:lvl2pPr>
            <a:lvl3pPr algn="l">
              <a:defRPr sz="1875" b="1">
                <a:solidFill>
                  <a:srgbClr val="F2F0E8"/>
                </a:solidFill>
                <a:latin typeface="Arial"/>
                <a:ea typeface="Arial"/>
                <a:cs typeface="Arial"/>
              </a:defRPr>
            </a:lvl3pPr>
            <a:lvl4pPr algn="l">
              <a:defRPr sz="1875" b="1">
                <a:solidFill>
                  <a:srgbClr val="F2F0E8"/>
                </a:solidFill>
                <a:latin typeface="Arial"/>
                <a:ea typeface="Arial"/>
                <a:cs typeface="Arial"/>
              </a:defRPr>
            </a:lvl4pPr>
            <a:lvl5pPr algn="l">
              <a:defRPr sz="1875" b="1">
                <a:solidFill>
                  <a:srgbClr val="F2F0E8"/>
                </a:solidFill>
                <a:latin typeface="Arial"/>
                <a:ea typeface="Arial"/>
                <a:cs typeface="Arial"/>
              </a:defRPr>
            </a:lvl5pPr>
            <a:lvl6pPr algn="l">
              <a:defRPr sz="1875" b="1">
                <a:solidFill>
                  <a:srgbClr val="F2F0E8"/>
                </a:solidFill>
                <a:latin typeface="Arial"/>
                <a:ea typeface="Arial"/>
                <a:cs typeface="Arial"/>
              </a:defRPr>
            </a:lvl6pPr>
            <a:lvl7pPr algn="l">
              <a:defRPr sz="1875" b="1">
                <a:solidFill>
                  <a:srgbClr val="F2F0E8"/>
                </a:solidFill>
                <a:latin typeface="Arial"/>
                <a:ea typeface="Arial"/>
                <a:cs typeface="Arial"/>
              </a:defRPr>
            </a:lvl7pPr>
            <a:lvl8pPr algn="l">
              <a:defRPr sz="1875" b="1">
                <a:solidFill>
                  <a:srgbClr val="F2F0E8"/>
                </a:solidFill>
                <a:latin typeface="Arial"/>
                <a:ea typeface="Arial"/>
                <a:cs typeface="Arial"/>
              </a:defRPr>
            </a:lvl8pPr>
            <a:lvl9pPr algn="l">
              <a:defRPr sz="1875" b="1">
                <a:solidFill>
                  <a:srgbClr val="F2F0E8"/>
                </a:solidFill>
                <a:latin typeface="Arial"/>
                <a:ea typeface="Arial"/>
                <a:cs typeface="Arial"/>
              </a:defRPr>
            </a:lvl9pPr>
          </a:lstStyle>
          <a:p xmlns:a="http://schemas.openxmlformats.org/drawingml/2006/main">
            <a:pPr algn="l">
              <a:defRPr sz="1875" b="1">
                <a:solidFill>
                  <a:srgbClr val="F2F0E8"/>
                </a:solidFill>
                <a:latin typeface="Arial"/>
                <a:ea typeface="Arial"/>
                <a:cs typeface="Arial"/>
              </a:defRPr>
            </a:pPr>
            <a:r>
              <a:rPr sz="1875" b="1">
                <a:solidFill>
                  <a:srgbClr val="F2F0E8"/>
                </a:solidFill>
                <a:latin typeface="Arial"/>
                <a:ea typeface="Arial"/>
                <a:cs typeface="Arial"/>
              </a:rPr>
              <a:t>Why is Redis not in the dispatch path?</a:t>
            </a:r>
          </a:p>
        </p:txBody>
      </p:sp>
      <p:sp>
        <p:nvSpPr>
          <p:cNvPr id="12" name="viva-b-body">
            <a:extLst xmlns:a="http://schemas.openxmlformats.org/drawingml/2006/main">
              <a:ext uri="{FF2B5EF4-FFF2-40B4-BE49-F238E27FC236}">
                <a16:creationId xmlns:a16="http://schemas.microsoft.com/office/drawing/2014/main" id="{A4D3F479-F014-49B2-B3CD-3F0F40C9FABC}"/>
              </a:ext>
            </a:extLst>
          </p:cNvPr>
          <p:cNvSpPr>
            <a:spLocks xmlns:a="http://schemas.openxmlformats.org/drawingml/2006/main" noGrp="1"/>
          </p:cNvSpPr>
          <p:nvPr/>
        </p:nvSpPr>
        <p:spPr>
          <a:xfrm xmlns:a="http://schemas.openxmlformats.org/drawingml/2006/main">
            <a:off x="914400" y="363855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The current durable scheduler claims tasks from PostgreSQL; Redis is provisioned for a future queue/cache design.</a:t>
            </a:r>
          </a:p>
        </p:txBody>
      </p:sp>
      <p:sp>
        <p:nvSpPr>
          <p:cNvPr id="13" name="viva-c-marker">
            <a:extLst xmlns:a="http://schemas.openxmlformats.org/drawingml/2006/main">
              <a:ext uri="{FF2B5EF4-FFF2-40B4-BE49-F238E27FC236}">
                <a16:creationId xmlns:a16="http://schemas.microsoft.com/office/drawing/2014/main" id="{5B9DC3C5-8E88-4EBD-87C8-1354408EF63D}"/>
              </a:ext>
            </a:extLst>
          </p:cNvPr>
          <p:cNvSpPr>
            <a:spLocks xmlns:a="http://schemas.openxmlformats.org/drawingml/2006/main" noGrp="1"/>
          </p:cNvSpPr>
          <p:nvPr/>
        </p:nvSpPr>
        <p:spPr>
          <a:xfrm xmlns:a="http://schemas.openxmlformats.org/drawingml/2006/main">
            <a:off x="685800" y="4629150"/>
            <a:ext cx="47625" cy="228600"/>
          </a:xfrm>
          <a:prstGeom xmlns:a="http://schemas.openxmlformats.org/drawingml/2006/main" prst="rect">
            <a:avLst/>
          </a:prstGeom>
          <a:solidFill xmlns:a="http://schemas.openxmlformats.org/drawingml/2006/main">
            <a:srgbClr val="E58A72"/>
          </a:solidFill>
          <a:ln xmlns:a="http://schemas.openxmlformats.org/drawingml/2006/main" w="0">
            <a:noFill/>
            <a:prstDash val="solid"/>
          </a:ln>
        </p:spPr>
      </p:sp>
      <p:sp>
        <p:nvSpPr>
          <p:cNvPr id="14" name="viva-c-heading">
            <a:extLst xmlns:a="http://schemas.openxmlformats.org/drawingml/2006/main">
              <a:ext uri="{FF2B5EF4-FFF2-40B4-BE49-F238E27FC236}">
                <a16:creationId xmlns:a16="http://schemas.microsoft.com/office/drawing/2014/main" id="{1C90FA63-5350-42BD-941E-44B608934147}"/>
              </a:ext>
            </a:extLst>
          </p:cNvPr>
          <p:cNvSpPr>
            <a:spLocks xmlns:a="http://schemas.openxmlformats.org/drawingml/2006/main" noGrp="1"/>
          </p:cNvSpPr>
          <p:nvPr/>
        </p:nvSpPr>
        <p:spPr>
          <a:xfrm xmlns:a="http://schemas.openxmlformats.org/drawingml/2006/main">
            <a:off x="914400" y="45720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0E8"/>
                </a:solidFill>
                <a:latin typeface="Arial"/>
                <a:ea typeface="Arial"/>
                <a:cs typeface="Arial"/>
              </a:defRPr>
            </a:defPPr>
            <a:lvl1pPr algn="l">
              <a:defRPr sz="1875" b="1">
                <a:solidFill>
                  <a:srgbClr val="F2F0E8"/>
                </a:solidFill>
                <a:latin typeface="Arial"/>
                <a:ea typeface="Arial"/>
                <a:cs typeface="Arial"/>
              </a:defRPr>
            </a:lvl1pPr>
            <a:lvl2pPr algn="l">
              <a:defRPr sz="1875" b="1">
                <a:solidFill>
                  <a:srgbClr val="F2F0E8"/>
                </a:solidFill>
                <a:latin typeface="Arial"/>
                <a:ea typeface="Arial"/>
                <a:cs typeface="Arial"/>
              </a:defRPr>
            </a:lvl2pPr>
            <a:lvl3pPr algn="l">
              <a:defRPr sz="1875" b="1">
                <a:solidFill>
                  <a:srgbClr val="F2F0E8"/>
                </a:solidFill>
                <a:latin typeface="Arial"/>
                <a:ea typeface="Arial"/>
                <a:cs typeface="Arial"/>
              </a:defRPr>
            </a:lvl3pPr>
            <a:lvl4pPr algn="l">
              <a:defRPr sz="1875" b="1">
                <a:solidFill>
                  <a:srgbClr val="F2F0E8"/>
                </a:solidFill>
                <a:latin typeface="Arial"/>
                <a:ea typeface="Arial"/>
                <a:cs typeface="Arial"/>
              </a:defRPr>
            </a:lvl4pPr>
            <a:lvl5pPr algn="l">
              <a:defRPr sz="1875" b="1">
                <a:solidFill>
                  <a:srgbClr val="F2F0E8"/>
                </a:solidFill>
                <a:latin typeface="Arial"/>
                <a:ea typeface="Arial"/>
                <a:cs typeface="Arial"/>
              </a:defRPr>
            </a:lvl5pPr>
            <a:lvl6pPr algn="l">
              <a:defRPr sz="1875" b="1">
                <a:solidFill>
                  <a:srgbClr val="F2F0E8"/>
                </a:solidFill>
                <a:latin typeface="Arial"/>
                <a:ea typeface="Arial"/>
                <a:cs typeface="Arial"/>
              </a:defRPr>
            </a:lvl6pPr>
            <a:lvl7pPr algn="l">
              <a:defRPr sz="1875" b="1">
                <a:solidFill>
                  <a:srgbClr val="F2F0E8"/>
                </a:solidFill>
                <a:latin typeface="Arial"/>
                <a:ea typeface="Arial"/>
                <a:cs typeface="Arial"/>
              </a:defRPr>
            </a:lvl7pPr>
            <a:lvl8pPr algn="l">
              <a:defRPr sz="1875" b="1">
                <a:solidFill>
                  <a:srgbClr val="F2F0E8"/>
                </a:solidFill>
                <a:latin typeface="Arial"/>
                <a:ea typeface="Arial"/>
                <a:cs typeface="Arial"/>
              </a:defRPr>
            </a:lvl8pPr>
            <a:lvl9pPr algn="l">
              <a:defRPr sz="1875" b="1">
                <a:solidFill>
                  <a:srgbClr val="F2F0E8"/>
                </a:solidFill>
                <a:latin typeface="Arial"/>
                <a:ea typeface="Arial"/>
                <a:cs typeface="Arial"/>
              </a:defRPr>
            </a:lvl9pPr>
          </a:lstStyle>
          <a:p xmlns:a="http://schemas.openxmlformats.org/drawingml/2006/main">
            <a:pPr algn="l">
              <a:defRPr sz="1875" b="1">
                <a:solidFill>
                  <a:srgbClr val="F2F0E8"/>
                </a:solidFill>
                <a:latin typeface="Arial"/>
                <a:ea typeface="Arial"/>
                <a:cs typeface="Arial"/>
              </a:defRPr>
            </a:pPr>
            <a:r>
              <a:rPr sz="1875" b="1">
                <a:solidFill>
                  <a:srgbClr val="F2F0E8"/>
                </a:solidFill>
                <a:latin typeface="Arial"/>
                <a:ea typeface="Arial"/>
                <a:cs typeface="Arial"/>
              </a:rPr>
              <a:t>What would prove adaptive routing helps?</a:t>
            </a:r>
          </a:p>
        </p:txBody>
      </p:sp>
      <p:sp>
        <p:nvSpPr>
          <p:cNvPr id="15" name="viva-c-body">
            <a:extLst xmlns:a="http://schemas.openxmlformats.org/drawingml/2006/main">
              <a:ext uri="{FF2B5EF4-FFF2-40B4-BE49-F238E27FC236}">
                <a16:creationId xmlns:a16="http://schemas.microsoft.com/office/drawing/2014/main" id="{7C94BF0A-6543-4D7B-A79B-4E26FCFC74B9}"/>
              </a:ext>
            </a:extLst>
          </p:cNvPr>
          <p:cNvSpPr>
            <a:spLocks xmlns:a="http://schemas.openxmlformats.org/drawingml/2006/main" noGrp="1"/>
          </p:cNvSpPr>
          <p:nvPr/>
        </p:nvSpPr>
        <p:spPr>
          <a:xfrm xmlns:a="http://schemas.openxmlformats.org/drawingml/2006/main">
            <a:off x="914400" y="495300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8B7BC"/>
                </a:solidFill>
                <a:latin typeface="Arial"/>
                <a:ea typeface="Arial"/>
                <a:cs typeface="Arial"/>
              </a:defRPr>
            </a:defPPr>
            <a:lvl1pPr algn="l">
              <a:defRPr sz="1725" b="0">
                <a:solidFill>
                  <a:srgbClr val="A8B7BC"/>
                </a:solidFill>
                <a:latin typeface="Arial"/>
                <a:ea typeface="Arial"/>
                <a:cs typeface="Arial"/>
              </a:defRPr>
            </a:lvl1pPr>
            <a:lvl2pPr algn="l">
              <a:defRPr sz="1725" b="0">
                <a:solidFill>
                  <a:srgbClr val="A8B7BC"/>
                </a:solidFill>
                <a:latin typeface="Arial"/>
                <a:ea typeface="Arial"/>
                <a:cs typeface="Arial"/>
              </a:defRPr>
            </a:lvl2pPr>
            <a:lvl3pPr algn="l">
              <a:defRPr sz="1725" b="0">
                <a:solidFill>
                  <a:srgbClr val="A8B7BC"/>
                </a:solidFill>
                <a:latin typeface="Arial"/>
                <a:ea typeface="Arial"/>
                <a:cs typeface="Arial"/>
              </a:defRPr>
            </a:lvl3pPr>
            <a:lvl4pPr algn="l">
              <a:defRPr sz="1725" b="0">
                <a:solidFill>
                  <a:srgbClr val="A8B7BC"/>
                </a:solidFill>
                <a:latin typeface="Arial"/>
                <a:ea typeface="Arial"/>
                <a:cs typeface="Arial"/>
              </a:defRPr>
            </a:lvl4pPr>
            <a:lvl5pPr algn="l">
              <a:defRPr sz="1725" b="0">
                <a:solidFill>
                  <a:srgbClr val="A8B7BC"/>
                </a:solidFill>
                <a:latin typeface="Arial"/>
                <a:ea typeface="Arial"/>
                <a:cs typeface="Arial"/>
              </a:defRPr>
            </a:lvl5pPr>
            <a:lvl6pPr algn="l">
              <a:defRPr sz="1725" b="0">
                <a:solidFill>
                  <a:srgbClr val="A8B7BC"/>
                </a:solidFill>
                <a:latin typeface="Arial"/>
                <a:ea typeface="Arial"/>
                <a:cs typeface="Arial"/>
              </a:defRPr>
            </a:lvl6pPr>
            <a:lvl7pPr algn="l">
              <a:defRPr sz="1725" b="0">
                <a:solidFill>
                  <a:srgbClr val="A8B7BC"/>
                </a:solidFill>
                <a:latin typeface="Arial"/>
                <a:ea typeface="Arial"/>
                <a:cs typeface="Arial"/>
              </a:defRPr>
            </a:lvl7pPr>
            <a:lvl8pPr algn="l">
              <a:defRPr sz="1725" b="0">
                <a:solidFill>
                  <a:srgbClr val="A8B7BC"/>
                </a:solidFill>
                <a:latin typeface="Arial"/>
                <a:ea typeface="Arial"/>
                <a:cs typeface="Arial"/>
              </a:defRPr>
            </a:lvl8pPr>
            <a:lvl9pPr algn="l">
              <a:defRPr sz="1725" b="0">
                <a:solidFill>
                  <a:srgbClr val="A8B7BC"/>
                </a:solidFill>
                <a:latin typeface="Arial"/>
                <a:ea typeface="Arial"/>
                <a:cs typeface="Arial"/>
              </a:defRPr>
            </a:lvl9pPr>
          </a:lstStyle>
          <a:p xmlns:a="http://schemas.openxmlformats.org/drawingml/2006/main">
            <a:pPr algn="l">
              <a:defRPr sz="1725" b="0">
                <a:solidFill>
                  <a:srgbClr val="A8B7BC"/>
                </a:solidFill>
                <a:latin typeface="Arial"/>
                <a:ea typeface="Arial"/>
                <a:cs typeface="Arial"/>
              </a:defRPr>
            </a:pPr>
            <a:r>
              <a:rPr sz="1725" b="0">
                <a:solidFill>
                  <a:srgbClr val="A8B7BC"/>
                </a:solidFill>
                <a:latin typeface="Arial"/>
                <a:ea typeface="Arial"/>
                <a:cs typeface="Arial"/>
              </a:rPr>
              <a:t>A held-out task set, competing agents per capability, controlled repeated runs and uncertainty-aware comparison.</a:t>
            </a:r>
          </a:p>
        </p:txBody>
      </p:sp>
    </p:spTree>
    <p:extLst>
      <p:ext uri="{BB962C8B-B14F-4D97-AF65-F5344CB8AC3E}">
        <p14:creationId xmlns:p14="http://schemas.microsoft.com/office/powerpoint/2010/main" val="1201907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2026-10-27T07:49:58.1570000Z</dcterms:created>
  <dcterms:modified xsi:type="dcterms:W3CDTF">2026-10-27T07:49:58.1570000Z</dcterms:modified>
</coreProperties>
</file>